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or use evening 2's closing slide 39 from L02_ALL_DY.pptx, unchanged.</a:t>
            </a:r>
          </a:p>
          <a:p>
            <a:r>
              <a:t>Say: while Khālid ؓ was riding to Buzākha, the first of the four claims had already ended, far to the south. Tonight we go back and see 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the map the room last saw. Then turn to the south.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tools/mapstudio/scenes/s03-00-turn-south.json in tools/mapstudio/index.html, export step(s) 1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Opens the part. Bukhārī-sourced, so the evening begins on its soundest report</a:t>
            </a:r>
          </a:p>
          <a:p/>
          <a:p>
            <a:r>
              <a:t>BEAT 1 of 5 — ATA/E-TB17 · The two bracelets</a:t>
            </a:r>
          </a:p>
          <a:p/>
          <a:p>
            <a:r>
              <a:t>▶ 1. The Prophet ﷺ tells a dream — While he was asleep, he was brought the treasures of the earth.</a:t>
            </a:r>
          </a:p>
          <a:p>
            <a:r>
              <a:t>  2. Two bracelets of gold — Two gold bracelets were placed in his hands, and they weighed heavily on him.</a:t>
            </a:r>
          </a:p>
          <a:p>
            <a:r>
              <a:t>  3. He blows, and they are gone — He was inspired to blow on them; he blew, and they went.</a:t>
            </a:r>
          </a:p>
          <a:p>
            <a:r>
              <a:t>  4. Two liars, named by their cities — He read them as the two liars he stood between: the man of Ṣanʿāʾ and the man of al-Yamāma.</a:t>
            </a:r>
          </a:p>
          <a:p>
            <a:r>
              <a:t>  5. Named before either had risen — The two men who would break Arabia are named together, in one sentence, before either had risen.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5 — ATA/E-TB17 · The two bracelets</a:t>
            </a:r>
          </a:p>
          <a:p/>
          <a:p>
            <a:r>
              <a:t>  1. The Prophet ﷺ tells a dream — While he was asleep, he was brought the treasures of the earth.</a:t>
            </a:r>
          </a:p>
          <a:p>
            <a:r>
              <a:t>▶ 2. Two bracelets of gold — Two gold bracelets were placed in his hands, and they weighed heavily on him.</a:t>
            </a:r>
          </a:p>
          <a:p>
            <a:r>
              <a:t>  3. He blows, and they are gone — He was inspired to blow on them; he blew, and they went.</a:t>
            </a:r>
          </a:p>
          <a:p>
            <a:r>
              <a:t>  4. Two liars, named by their cities — He read them as the two liars he stood between: the man of Ṣanʿāʾ and the man of al-Yamāma.</a:t>
            </a:r>
          </a:p>
          <a:p>
            <a:r>
              <a:t>  5. Named before either had risen — The two men who would break Arabia are named together, in one sentence, before either had risen.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ATA/E-TB17 · The two bracelets</a:t>
            </a:r>
          </a:p>
          <a:p/>
          <a:p>
            <a:r>
              <a:t>  1. The Prophet ﷺ tells a dream — While he was asleep, he was brought the treasures of the earth.</a:t>
            </a:r>
          </a:p>
          <a:p>
            <a:r>
              <a:t>  2. Two bracelets of gold — Two gold bracelets were placed in his hands, and they weighed heavily on him.</a:t>
            </a:r>
          </a:p>
          <a:p>
            <a:r>
              <a:t>▶ 3. He blows, and they are gone — He was inspired to blow on them; he blew, and they went.</a:t>
            </a:r>
          </a:p>
          <a:p>
            <a:r>
              <a:t>  4. Two liars, named by their cities — He read them as the two liars he stood between: the man of Ṣanʿāʾ and the man of al-Yamāma.</a:t>
            </a:r>
          </a:p>
          <a:p>
            <a:r>
              <a:t>  5. Named before either had risen — The two men who would break Arabia are named together, in one sentence, before either had risen.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ATA/E-TB17 · The two bracelets</a:t>
            </a:r>
          </a:p>
          <a:p/>
          <a:p>
            <a:r>
              <a:t>  1. The Prophet ﷺ tells a dream — While he was asleep, he was brought the treasures of the earth.</a:t>
            </a:r>
          </a:p>
          <a:p>
            <a:r>
              <a:t>  2. Two bracelets of gold — Two gold bracelets were placed in his hands, and they weighed heavily on him.</a:t>
            </a:r>
          </a:p>
          <a:p>
            <a:r>
              <a:t>  3. He blows, and they are gone — He was inspired to blow on them; he blew, and they went.</a:t>
            </a:r>
          </a:p>
          <a:p>
            <a:r>
              <a:t>▶ 4. Two liars, named by their cities — He read them as the two liars he stood between: the man of Ṣanʿāʾ and the man of al-Yamāma.</a:t>
            </a:r>
          </a:p>
          <a:p>
            <a:r>
              <a:t>  5. Named before either had risen — The two men who would break Arabia are named together, in one sentence, before either had risen.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Opens the part. Bukhārī-sourced, so the evening begins on its soundest report</a:t>
            </a:r>
          </a:p>
          <a:p/>
          <a:p>
            <a:r>
              <a:t>WHEN, as the card gives it: in the Prophet's ﷺ lifetime `[SOURCED]` — **صحيح البخاري ٤٣٧٥**</a:t>
            </a:r>
          </a:p>
          <a:p/>
          <a:p>
            <a:r>
              <a:t>ATA/E-TB17 · The two bracelets</a:t>
            </a:r>
          </a:p>
          <a:p>
            <a:r>
              <a:t>Tier: GOOD   When: in the Prophet's ﷺ lifetime</a:t>
            </a:r>
          </a:p>
          <a:p/>
          <a:p>
            <a:r>
              <a:t>The Prophet ﷺ said that while he was asleep he was brought the treasures of the earth, and two bracelets of gold were placed in his hands, and they weighed on him. He was inspired to blow on them; he blew, and they went. And he interpreted them as the two liars between whom he stood — the one of Ṣanʿāʾ and the one of al-Yamāma. The two men who would break Arabia are named in one sentence, by their cities, before either of them had risen.</a:t>
            </a:r>
          </a:p>
          <a:p/>
          <a:p>
            <a:r>
              <a:t>MAP: two dots only, **صنعاء** and **اليمامة**, lit at the same moment.</a:t>
            </a:r>
          </a:p>
          <a:p/>
          <a:p>
            <a:r>
              <a:t>عبرت: The two claims that broke the peninsula are named together, by their cities, in one sentence.</a:t>
            </a:r>
          </a:p>
          <a:p/>
          <a:p>
            <a:r>
              <a:t>STATEMENT (full rendering): "…the man of Ṣanʿāʾ and the man of al-Yamāma."</a:t>
            </a:r>
          </a:p>
          <a:p/>
          <a:p>
            <a:r>
              <a:t>Source: al-Bidaya wa'l-Nihaya, vol. 5, p. 22 (Sahih al-Bukhari 4375)</a:t>
            </a:r>
          </a:p>
          <a:p/>
          <a:p>
            <a:r>
              <a:t>ALSO IN THE CARD:</a:t>
            </a:r>
          </a:p>
          <a:p>
            <a:r>
              <a:t>⚠ **OCR/typography caveat, logged in §4.2 and repeated here because this one is going on a slide.**</a:t>
            </a:r>
          </a:p>
          <a:p>
            <a:r>
              <a:t>The Shamela text prints «انفُخْهَّما» with a stray shadda in the ٤٣٧٥ wording, while the ٤٣٧٣ wording</a:t>
            </a:r>
          </a:p>
          <a:p>
            <a:r>
              <a:t>on ج۵ ص۲۱–۲۲ prints «انفُخْهُما». **Read this off a printed page image or a critical البخاري before</a:t>
            </a:r>
          </a:p>
          <a:p>
            <a:r>
              <a:t>it reaches a slide.** One wrong letter kills the point of quoting it.</a:t>
            </a:r>
          </a:p>
          <a:p/>
          <a:p>
            <a:r>
              <a:t>From: Setting: the tribal map, and why the ردة took its shape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ATA/E-TB17 · The two bracelets</a:t>
            </a:r>
          </a:p>
          <a:p/>
          <a:p>
            <a:r>
              <a:t>  1. The Prophet ﷺ tells a dream — While he was asleep, he was brought the treasures of the earth.</a:t>
            </a:r>
          </a:p>
          <a:p>
            <a:r>
              <a:t>  2. Two bracelets of gold — Two gold bracelets were placed in his hands, and they weighed heavily on him.</a:t>
            </a:r>
          </a:p>
          <a:p>
            <a:r>
              <a:t>  3. He blows, and they are gone — He was inspired to blow on them; he blew, and they went.</a:t>
            </a:r>
          </a:p>
          <a:p>
            <a:r>
              <a:t>  4. Two liars, named by their cities — He read them as the two liars he stood between: the man of Ṣanʿāʾ and the man of al-Yamāma.</a:t>
            </a:r>
          </a:p>
          <a:p>
            <a:r>
              <a:t>▶ 5. Named before either had risen — The two men who would break Arabia are named together, in one sentence, before either had risen.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tools/mapstudio/scenes/s03-01-the-persians-of-yemen.json in tools/mapstudio/index.html, export step(s) 1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Who the Abnāʾ were</a:t>
            </a:r>
          </a:p>
          <a:p/>
          <a:p>
            <a:r>
              <a:t>BEAT 1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Who the Abnāʾ were</a:t>
            </a:r>
          </a:p>
          <a:p/>
          <a:p>
            <a:r>
              <a:t>WHEN, as the card gives it: shortly before the Prophet's ﷺ birth `[SOURCED]`</a:t>
            </a:r>
          </a:p>
          <a:p/>
          <a:p>
            <a:r>
              <a:t>AAA/E-AW01 · The Persians of Yemen</a:t>
            </a:r>
          </a:p>
          <a:p>
            <a:r>
              <a:t>Tier: GOOD   When: shortly before the Prophet's ﷺ birth</a:t>
            </a:r>
          </a:p>
          <a:p/>
          <a:p>
            <a:r>
              <a:t>Before Islam, Yemen had been a kingdom of Ḥimyar, then was taken by the Abyssinians under Abraha — the Abraha of the Elephant. A prince of Ḥimyar, Sayf b. Dhī Yazan, went to Caesar for help and was refused; he went to Kisrā. Kisrā sent with him men taken out of his prisons, under a commander called Wahriz. They broke the Abyssinians and took Ṣanʿāʾ — a little before the birth of the Messenger of Allah ﷺ, Ibn Kathīr says elsewhere. Those Persians stayed, married among the Arabs, and their children were called simply "the Sons" — the Abnāʾ — a name that stuck, the editor of Ibn Kathīr's text explains, because their mothers were of a different people from their fathers. Fayrūz and Dādhawayh, whom we meet again in Ṣanʿāʾ, were of them.</a:t>
            </a:r>
          </a:p>
          <a:p/>
          <a:p>
            <a:r>
              <a:t>MAP: the whole of Yemen shaded Ḥimyar, then Abyssinian, then a single arrow from Persia down the Gulf to **صنعاء**, and the word **الأبناء** settling over it.</a:t>
            </a:r>
          </a:p>
          <a:p/>
          <a:p>
            <a:r>
              <a:t>عبرت: A garrison sent to serve a foreign king became, two generations later, the men who held Yemen for Islam.</a:t>
            </a:r>
          </a:p>
          <a:p/>
          <a:p>
            <a:r>
              <a:t>STATEMENT (full rendering): "Then it was settled that he would send with him a party of those in the prisons, led by one of them called Wahriz — and he recovered the kingdom of Yemen from the Abyssinians."</a:t>
            </a:r>
          </a:p>
          <a:p/>
          <a:p>
            <a:r>
              <a:t>Source: البدایہ والنہایہ ج۷ ص۱۲</a:t>
            </a:r>
          </a:p>
          <a:p/>
          <a:p>
            <a:r>
              <a:t>ALSO IN THE CARD:</a:t>
            </a:r>
          </a:p>
          <a:p>
            <a:r>
              <a:t>**Also on the page:**</a:t>
            </a:r>
          </a:p>
          <a:p/>
          <a:p>
            <a:r>
              <a:t>&gt; ثم استرجعه سيف بن ذي يزن الحميري وكان ذلك قبل مولد رسول الله ﷺ بقليل</a:t>
            </a:r>
          </a:p>
          <a:p>
            <a:r>
              <a:t>&gt; — البدایہ والنہایہ ج۲ ص۴۱۱ · https://shamela.ws/book/30097/839</a:t>
            </a:r>
          </a:p>
          <a:p>
            <a:r>
              <a:t>&gt; *English:* "Then Sayf b. Dhī Yazan al-Ḥimyarī recovered it — and that was a little before the birth</a:t>
            </a:r>
          </a:p>
          <a:p>
            <a:r>
              <a:t>&gt; of the Messenger of Allah ﷺ."</a:t>
            </a:r>
          </a:p>
          <a:p/>
          <a:p>
            <a:r>
              <a:t>&gt; الأبناء: قوم من أبناء فارس أرسلهم كسرى مع سيف بن ذي يزن لما جاء يستنجدهم على الحبشة فنصروه وملكوا اليمن وتديّروها وتزوجوا من العرب. فقيل لأولادهم الأبناء وغلب عليهم هذا الاسم لأن أمهاتهم من غير جنس آبائهم.</a:t>
            </a:r>
          </a:p>
          <a:p>
            <a:r>
              <a:t>&gt; — البدایہ والنہایہ, **editor's footnote** at ج۷ ص۴۲ (citing اللسان) · https://shamela.ws/book/30097/3188</a:t>
            </a:r>
          </a:p>
          <a:p>
            <a:r>
              <a:t>&gt; *English:* "The Abnāʾ: a people of the sons of Persia whom Kisrā sent with Sayf b. Dhī Yazan when he</a:t>
            </a:r>
          </a:p>
          <a:p>
            <a:r>
              <a:t>&gt; came seeking their help against the Abyssinians. They helped him, took Yemen, settled in it and</a:t>
            </a:r>
          </a:p>
          <a:p>
            <a:r>
              <a:t>&gt; married among the Arabs — so their children were called 'the Sons', and the name stuck, because</a:t>
            </a:r>
          </a:p>
          <a:p>
            <a:r>
              <a:t>&gt; their mothers were not of their fathers' race."</a:t>
            </a:r>
          </a:p>
          <a:p/>
          <a:p>
            <a:r>
              <a:t>**The definition of «الأبناء»** is the دار ابن كثير editor's footnote at ج۷ ص۴۲, not Ibn Kathīr's text —</a:t>
            </a:r>
          </a:p>
          <a:p>
            <a:r>
              <a:t>say "the editor explains".</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AAA/E-AW01 · The Persians of Yemen</a:t>
            </a:r>
          </a:p>
          <a:p/>
          <a:p>
            <a:r>
              <a:t>  1. Ḥimyar, then the Abyssinians — Before Islam Yemen was a kingdom of Ḥimyar; then the Abyssinians took it, under Abraha of the Elephant.</a:t>
            </a:r>
          </a:p>
          <a:p>
            <a:r>
              <a:t>  2. A prince of Ḥimyar seeks help — Sayf b. Dhī Yazan went to Caesar and was refused; then he went to Kisrā.</a:t>
            </a:r>
          </a:p>
          <a:p>
            <a:r>
              <a:t>  3. Kisrā sends men from his prisons — Kisrā sent with him men taken out of his prisons, under a commander called Wahriz.</a:t>
            </a:r>
          </a:p>
          <a:p>
            <a:r>
              <a:t>  4. Ṣanʿāʾ taken from the Abyssinians — They broke the Abyssinians and took Ṣanʿāʾ, a little before the birth of the Messenger of Allah ﷺ.</a:t>
            </a:r>
          </a:p>
          <a:p>
            <a:r>
              <a:t>  5. The Abnāʾ, the Sons — Those Persians stayed and married among the Arabs; their children were called the Abnāʾ, "the Sons".</a:t>
            </a:r>
          </a:p>
          <a:p>
            <a:r>
              <a:t>▶ 6. Two men of the Abnāʾ — Fayrūz ؓ and Dādhawayh, whom we meet again in Ṣanʿāʾ, were of the Abnāʾ.</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tools/mapstudio/scenes/s03-01-the-persians-of-yemen.json in tools/mapstudio/index.html, export step(s) 2–3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Bādhām and Kisrā · SKIP BEATS 8</a:t>
            </a:r>
          </a:p>
          <a:p/>
          <a:p>
            <a:r>
              <a:t>BEAT 1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Bādhām and Kisrā · SKIP BEATS 8</a:t>
            </a:r>
          </a:p>
          <a:p/>
          <a:p>
            <a:r>
              <a:t>WHEN, as the card gives it: in the Prophet's ﷺ Medinan years; the book gives no year `[SOURCED]`</a:t>
            </a:r>
          </a:p>
          <a:p/>
          <a:p>
            <a:r>
              <a:t>AAA/E-AW02 · "My Lord has killed your lord tonight"</a:t>
            </a:r>
          </a:p>
          <a:p>
            <a:r>
              <a:t>Tier: CORE   When: in the Prophet's ﷺ Medinan years</a:t>
            </a:r>
          </a:p>
          <a:p/>
          <a:p>
            <a:r>
              <a:t>The Prophet ﷺ wrote to Kisrā. Kisrā saw that the letter began with the sender's name before his own, tore it up without reading it, and ordered his governor in Yemen, Bādhām, to send this man to him in chains. Bādhām chose two sensible officers and told them: if he is a liar, bring him; if not, come back and tell me. They stayed in Medina a whole month. When they pressed for an answer, the Prophet ﷺ said: go back and tell your master that my Lord has killed his lord tonight. They wrote down the night. Bādhām said: count the night — if it is so, he is a prophet. Then letters came from Persia: Kisrā had been killed that very night, by his own sons. And Islam entered the heart of Bādhām, and of the Persians of Yemen with him.</a:t>
            </a:r>
          </a:p>
          <a:p/>
          <a:p>
            <a:r>
              <a:t>MAP: a line from **المدينة** to Persia (Kisrā's letter torn), a line from Persia to **صنعاء** (the order), two men riding **صنعاء → المدينة**, and back.</a:t>
            </a:r>
          </a:p>
          <a:p/>
          <a:p>
            <a:r>
              <a:t>عبرت: The first Muslims of Yemen's ruling house came to Islam by checking a date.</a:t>
            </a:r>
          </a:p>
          <a:p/>
          <a:p>
            <a:r>
              <a:t>HANDS UP: Before the answer: *"Two officers come to arrest a man and stay a month. What do you think they told their governor?"*</a:t>
            </a:r>
          </a:p>
          <a:p/>
          <a:p>
            <a:r>
              <a:t>STATEMENT (full rendering): "He said to them: go back to your master and tell him that my Lord has killed his lord tonight. They dated it, and went back quickly to Yemen."</a:t>
            </a:r>
          </a:p>
          <a:p/>
          <a:p>
            <a:r>
              <a:t>Source: البدایہ والنہایہ ج۷ ص۱۳</a:t>
            </a:r>
          </a:p>
          <a:p/>
          <a:p>
            <a:r>
              <a:t>ALSO IN THE CARD:</a:t>
            </a:r>
          </a:p>
          <a:p>
            <a:r>
              <a:t>**Next:** E-AW19 carries what follows on the same page — Shīrawayh's letter, Bādhām's Islam, and the</a:t>
            </a:r>
          </a:p>
          <a:p>
            <a:r>
              <a:t>deputyship of the whole of Yemen until his death.</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AAA/E-AW02 · "My Lord has killed your lord tonight"</a:t>
            </a:r>
          </a:p>
          <a:p/>
          <a:p>
            <a:r>
              <a:t>  1. A letter to Kisrā, torn unread — The Prophet ﷺ wrote to Kisrā; seeing the sender's name before his own, Kisrā tore it unread.</a:t>
            </a:r>
          </a:p>
          <a:p>
            <a:r>
              <a:t>  2. Kisrā's order to Bādhām — Kisrā ordered his governor in Yemen, Bādhām, to send the man to him in chains.</a:t>
            </a:r>
          </a:p>
          <a:p>
            <a:r>
              <a:t>  3. Two officers ride to Medina — Bādhām chose two sensible officers: bring him only if his claim is false; otherwise come back and tell me.</a:t>
            </a:r>
          </a:p>
          <a:p>
            <a:r>
              <a:t>  4. A whole month in Medina — The two officers stayed in Medina a whole month, then pressed for an answer.</a:t>
            </a:r>
          </a:p>
          <a:p>
            <a:r>
              <a:t>  5. "My Lord has killed your lord tonight" — The Prophet ﷺ said: go back and tell your master that my Lord has killed his lord tonight.</a:t>
            </a:r>
          </a:p>
          <a:p>
            <a:r>
              <a:t>  6. Count the night — The officers wrote down the night. Bādhām said: count it; if it is so, he is a prophet.</a:t>
            </a:r>
          </a:p>
          <a:p>
            <a:r>
              <a:t>▶ 7. Kisrā killed that very night — Letters came from Persia: Kisrā had been killed that very night, by his own sons.</a:t>
            </a:r>
          </a:p>
          <a:p>
            <a:r>
              <a:t>  8. Islam enters Bādhām's heart — Islam entered the heart of Bādhām, and of the Persians of Yemen with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arrangement: Bādhām kept over all Yemen until he died; then Shahr over Ṣanʿāʾ and Companions sent out — ʿAlī ؓ and Khālid first, in 10 AH (the page does not say which Khālid)</a:t>
            </a:r>
          </a:p>
          <a:p/>
          <a:p>
            <a:r>
              <a:t>BEAT 1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arrangement: Bādhām kept over all Yemen until he died; then Shahr over Ṣanʿāʾ and Companions sent out — ʿAlī ؓ and Khālid first, in 10 AH (the page does not say which Khālid)</a:t>
            </a:r>
          </a:p>
          <a:p/>
          <a:p>
            <a:r>
              <a:t>WHEN, as the card gives it: the year 10 AH (631–632 CE) `[SOURCED]` for the Companions sent; CE `[STANDARD]`; Bādhām's Islam and death undated on the pages read</a:t>
            </a:r>
          </a:p>
          <a:p/>
          <a:p>
            <a:r>
              <a:t>AAA/E-AW19 · The whole of Yemen, until he died</a:t>
            </a:r>
          </a:p>
          <a:p>
            <a:r>
              <a:t>Tier: CORE   When: from his Islam until his death</a:t>
            </a:r>
          </a:p>
          <a:p/>
          <a:p>
            <a:r>
              <a:t>In Persia, the son who took Kisrā's throne, Shīrawayh, wrote to Bādhām: take the oath of allegiance for me from those under you — and as for that man in Arabia, do not dishonour him; honour him. And Islam entered the heart of Bādhām, of his family, and of the Persians of Yemen. He sent word of his Islam to the Messenger of Allah ﷺ — and the Messenger of Allah ﷺ sent him back the deputyship of the whole of Yemen, and did not remove him from it until he died. When Bādhām died, his son Shahr was made deputy over Ṣanʿāʾ and some of its districts, and a party of the Prophet's ﷺ Companions went out as deputies over the others: first, in the year ten, ʿAlī ؓ and Khālid ؓ — Ibn Kathīr gives them no further names — and after them Muʿādh ؓ and Abū Mūsā al-Ashʿarī ؓ. Ibn al-Athīr has the deputyship in one line: when Bādhān and the people of Yemen accepted Islam, the Prophet ﷺ gave him the governorship of all Yemen, and he held it until he died.</a:t>
            </a:r>
          </a:p>
          <a:p/>
          <a:p>
            <a:r>
              <a:t>MAP: all of Yemen washed in one colour under **صنعاء** — Bādhām's. Then the wash breaks: **صنعاء** alone stays with Shahr, and riders come down from **المدينة** into Yemen — two, then two more. Destinations are not given for the first pair; do not draw them to a place.</a:t>
            </a:r>
          </a:p>
          <a:p/>
          <a:p>
            <a:r>
              <a:t>عبرت: The governor told to send him in chains became his deputy over the whole of Yemen — and was never removed.</a:t>
            </a:r>
          </a:p>
          <a:p/>
          <a:p>
            <a:r>
              <a:t>STATEMENT (full rendering): "He reported his Islam; the Messenger of Allah ﷺ sent him the deputyship of all Yemen, and did not remove him until he died."</a:t>
            </a:r>
          </a:p>
          <a:p/>
          <a:p>
            <a:r>
              <a:t>Source: البدایہ والنہایہ ج۷ ص۱۳</a:t>
            </a:r>
          </a:p>
          <a:p/>
          <a:p>
            <a:r>
              <a:t>ALSO IN THE CARD:</a:t>
            </a:r>
          </a:p>
          <a:p>
            <a:r>
              <a:t>**Also on the page:**</a:t>
            </a:r>
          </a:p>
          <a:p/>
          <a:p>
            <a:r>
              <a:t>&gt; وقام بالمُلك بعده ولده شيرويه وكتب إلى باذام أن خُذْ ليَ البيعة من قبلك، واعمد إلى ذلك الرجل فلا تهنه وأكرمْهُ</a:t>
            </a:r>
          </a:p>
          <a:p>
            <a:r>
              <a:t>&gt; — البدایہ والنہایہ ج۷ ص۱۳ · https://shamela.ws/book/30097/3159</a:t>
            </a:r>
          </a:p>
          <a:p>
            <a:r>
              <a:t>&gt; *English:* "His son Shīrawayh took up the kingship after him, and wrote to Bādhām: take the oath of</a:t>
            </a:r>
          </a:p>
          <a:p>
            <a:r>
              <a:t>&gt; allegiance for me from those under you; and as for that man — do not dishonour him, and honour him."</a:t>
            </a:r>
          </a:p>
          <a:p/>
          <a:p>
            <a:r>
              <a:t>&gt; فدخل الإسلامُ في قلب باذام وذريتِه من أبناء فارسَ ممن باليمن</a:t>
            </a:r>
          </a:p>
          <a:p>
            <a:r>
              <a:t>&gt; — البدایہ والنہایہ ج۷ ص۱۳ · https://shamela.ws/book/30097/3159</a:t>
            </a:r>
          </a:p>
          <a:p>
            <a:r>
              <a:t>&gt; *English:* "So Islam entered the heart of Bādhām and of his offspring among the sons of Persia who</a:t>
            </a:r>
          </a:p>
          <a:p>
            <a:r>
              <a:t>&gt; were in Yemen."</a:t>
            </a:r>
          </a:p>
          <a:p/>
          <a:p>
            <a:r>
              <a:t>&gt; فلما مات استنابَ ابنه شهر بن باذام على صنعاءَ وبعض مخاليف، وبعث طائفةً من أصحابه نوّابًا على مخاليف أُخر، فبعث أولًا في سنة عشرٍ عليًّا وخالدًا، ثم أرسل معاذًا وأبا موسى الأشعريَّ وفرّق عِمَالَة اليمن بين جماعةٍ من الصحابة</a:t>
            </a:r>
          </a:p>
          <a:p>
            <a:r>
              <a:t>&gt; — البدایہ والنہایہ ج۷ ص۱۳ · https://shamela.ws/book/30097/3159</a:t>
            </a:r>
          </a:p>
          <a:p>
            <a:r>
              <a:t>&gt; *English:* "When he died, [the Prophet ﷺ] made his son Shahr b. Bādhām deputy over Ṣanʿāʾ and some</a:t>
            </a:r>
          </a:p>
          <a:p>
            <a:r>
              <a:t>&gt; districts, and sent a party of his Companions as deputies over other districts. He sent first, in the</a:t>
            </a:r>
          </a:p>
          <a:p>
            <a:r>
              <a:t>&gt; year ten, ʿAlī and Khālid; then he sent Muʿādh and Abū Mūsā al-Ashʿarī, and divided the governorship of</a:t>
            </a:r>
          </a:p>
          <a:p>
            <a:r>
              <a:t>&gt; Yemen among a group of the Companions."</a:t>
            </a:r>
          </a:p>
          <a:p/>
          <a:p>
            <a:r>
              <a:t>&gt; وَكَانَ النَّبِيُّ - صَلَّى اللَّهُ عَلَيْهِ وَسَلَّمَ - قَدْ جَمَعَ لِبَاذَانَ حِينَ أَسْلَمَ وَأَسْلَمَ أَهْلُ الْيَمَنِ - عَمَلَ الْيَمَنِ جَمِيعَهُ … فَلَمْ يَزَلْ عَامِلًا عَلَيْهِ حَتَّى مَاتَ.</a:t>
            </a:r>
          </a:p>
          <a:p>
            <a:r>
              <a:t>&gt; — الکامل فی التاریخ ج۲ ص۱۹۶ · https://shamela.ws/book/21712/887</a:t>
            </a:r>
          </a:p>
          <a:p>
            <a:r>
              <a:t>&gt; *English:* "The Prophet ﷺ had gathered for Bādhān — when he accepted Islam and the people of Yemen</a:t>
            </a:r>
          </a:p>
          <a:p>
            <a:r>
              <a:t>&gt; accepted Islam — the governorship of all Yemen … and he remained its governor until he died."</a:t>
            </a:r>
          </a:p>
          <a:p/>
          <a:p>
            <a:r>
              <a:t>⚠ **Which ʿAlī and which Khālid, the page does not say.** Khālid b. Saʿīd b. al-ʿĀṣ ؓ is named a few</a:t>
            </a:r>
          </a:p>
          <a:p>
            <a:r>
              <a:t>lines later in the same list as a governor, so do not assume which Khālid is meant, and do not supply a</a:t>
            </a:r>
          </a:p>
          <a:p>
            <a:r>
              <a:t>nasab for either aloud (§1.3, §8 item 12). **No year** is given for Bādhām's Islam or his death (§8 item 2).</a:t>
            </a:r>
          </a:p>
          <a:p>
            <a:r>
              <a:t>The name is Bādhām in Ibn Kathīr and Bādhān in Ibn al-Athīr — say which book you are reading (E-AW18).</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AAA/E-AW19 · The whole of Yemen, until he died</a:t>
            </a:r>
          </a:p>
          <a:p/>
          <a:p>
            <a:r>
              <a:t>  1. Shīrawayh writes to Bādhām — Shīrawayh, Kisrā's son and successor, wrote: take allegiance for me; do not dishonour that man in Arabia; honour him.</a:t>
            </a:r>
          </a:p>
          <a:p>
            <a:r>
              <a:t>  2. Islam enters Bādhām's heart — Islam entered the heart of Bādhām, of his family, and of the Persians of Yemen.</a:t>
            </a:r>
          </a:p>
          <a:p>
            <a:r>
              <a:t>  3. Deputy over the whole of Yemen — Bādhām sent word of his Islam; the Prophet ﷺ made him deputy over the whole of Yemen.</a:t>
            </a:r>
          </a:p>
          <a:p>
            <a:r>
              <a:t>  4. Never removed, until he died — He was not removed from it until he died. Ibn Kathīr and Ibn al-Athīr both record it.</a:t>
            </a:r>
          </a:p>
          <a:p>
            <a:r>
              <a:t>  5. Bādhām dies; Shahr holds Ṣanʿāʾ — When Bādhām died, his son Shahr was made deputy over Ṣanʿāʾ and some of its districts.</a:t>
            </a:r>
          </a:p>
          <a:p>
            <a:r>
              <a:t>  6. Companions go out as deputies — Over the other districts went Companions: first, in the year ten, ʿAlī ؓ and Khālid ؓ.</a:t>
            </a:r>
          </a:p>
          <a:p>
            <a:r>
              <a:t>▶ 7. Then Muʿādh ؓ and Abū Mūsā ؓ — After them the Prophet ﷺ sent Muʿādh ؓ and Abū Mūsā al-Ashʿarī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tools/mapstudio/scenes/s03-02-yemen-in-10ah.json in tools/mapstudio/index.html, export step(s) 1–2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governors of 10 AH · SKIP BEATS 1</a:t>
            </a:r>
          </a:p>
          <a:p/>
          <a:p>
            <a:r>
              <a:t>BEAT 2 of 5 — AAA/E-AW03 · Yemen divided, and a teacher on the road</a:t>
            </a:r>
          </a:p>
          <a:p/>
          <a:p>
            <a:r>
              <a:t>  1. Yemen divided among governors — When Bādhām died, the Prophet ﷺ did not appoint one man over Yemen again. He divided it.</a:t>
            </a:r>
          </a:p>
          <a:p>
            <a:r>
              <a:t>▶ 2. Four districts and their governors — Shahr kept Ṣanʿāʾ; ʿAmr b. Ḥazm ؓ had Najrān; Khālid b. Saʿīd ؓ down to Zabīd; Abū Mūsā ؓ Maʾrib.</a:t>
            </a:r>
          </a:p>
          <a:p>
            <a:r>
              <a:t>  3. And four more — Yaʿlā b. Umayya ؓ al-Janad; ʿĀmir b. Shahr Hamdān; al-Ṭāhir b. Abī Hāla ʿAkk; Ziyād b. Labīd ؓ Ḥaḍramawt.</a:t>
            </a:r>
          </a:p>
          <a:p>
            <a:r>
              <a:t>  4. Muʿādh ؓ, a teacher on the road — Muʿādh b. Jabal ؓ was tied to no district: a teacher, moving from one governor's country to the next.</a:t>
            </a:r>
          </a:p>
          <a:p>
            <a:r>
              <a:t>  5. All in the year ten — All of this, Ibn Kathīr says, was in the year ten: the end of the Prophet's ﷺ life.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AAA/E-AW03 · Yemen divided, and a teacher on the road</a:t>
            </a:r>
          </a:p>
          <a:p/>
          <a:p>
            <a:r>
              <a:t>  1. Yemen divided among governors — When Bādhām died, the Prophet ﷺ did not appoint one man over Yemen again. He divided it.</a:t>
            </a:r>
          </a:p>
          <a:p>
            <a:r>
              <a:t>  2. Four districts and their governors — Shahr kept Ṣanʿāʾ; ʿAmr b. Ḥazm ؓ had Najrān; Khālid b. Saʿīd ؓ down to Zabīd; Abū Mūsā ؓ Maʾrib.</a:t>
            </a:r>
          </a:p>
          <a:p>
            <a:r>
              <a:t>▶ 3. And four more — Yaʿlā b. Umayya ؓ al-Janad; ʿĀmir b. Shahr Hamdān; al-Ṭāhir b. Abī Hāla ʿAkk; Ziyād b. Labīd ؓ Ḥaḍramawt.</a:t>
            </a:r>
          </a:p>
          <a:p>
            <a:r>
              <a:t>  4. Muʿādh ؓ, a teacher on the road — Muʿādh b. Jabal ؓ was tied to no district: a teacher, moving from one governor's country to the next.</a:t>
            </a:r>
          </a:p>
          <a:p>
            <a:r>
              <a:t>  5. All in the year ten — All of this, Ibn Kathīr says, was in the year ten: the end of the Prophet's ﷺ life.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AAA/E-AW03 · Yemen divided, and a teacher on the road</a:t>
            </a:r>
          </a:p>
          <a:p/>
          <a:p>
            <a:r>
              <a:t>  1. Yemen divided among governors — When Bādhām died, the Prophet ﷺ did not appoint one man over Yemen again. He divided it.</a:t>
            </a:r>
          </a:p>
          <a:p>
            <a:r>
              <a:t>  2. Four districts and their governors — Shahr kept Ṣanʿāʾ; ʿAmr b. Ḥazm ؓ had Najrān; Khālid b. Saʿīd ؓ down to Zabīd; Abū Mūsā ؓ Maʾrib.</a:t>
            </a:r>
          </a:p>
          <a:p>
            <a:r>
              <a:t>  3. And four more — Yaʿlā b. Umayya ؓ al-Janad; ʿĀmir b. Shahr Hamdān; al-Ṭāhir b. Abī Hāla ʿAkk; Ziyād b. Labīd ؓ Ḥaḍramawt.</a:t>
            </a:r>
          </a:p>
          <a:p>
            <a:r>
              <a:t>▶ 4. Muʿādh ؓ, a teacher on the road — Muʿādh b. Jabal ؓ was tied to no district: a teacher, moving from one governor's country to the next.</a:t>
            </a:r>
          </a:p>
          <a:p>
            <a:r>
              <a:t>  5. All in the year ten — All of this, Ibn Kathīr says, was in the year ten: the end of the Prophet's ﷺ life.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governors of 10 AH · SKIP BEATS 1</a:t>
            </a:r>
          </a:p>
          <a:p/>
          <a:p>
            <a:r>
              <a:t>WHEN, as the card gives it: the year 10 AH (631–632 CE) `[SOURCED]` for the year; CE `[STANDARD]`</a:t>
            </a:r>
          </a:p>
          <a:p/>
          <a:p>
            <a:r>
              <a:t>AAA/E-AW03 · Yemen divided, and a teacher on the road</a:t>
            </a:r>
          </a:p>
          <a:p>
            <a:r>
              <a:t>Tier: GOOD   When: the year 10 AH</a:t>
            </a:r>
          </a:p>
          <a:p/>
          <a:p>
            <a:r>
              <a:t>When Bādhām died, the Prophet ﷺ did not appoint one man over Yemen again. He divided it. Bādhām's son Shahr kept Ṣanʿāʾ. ʿAmr b. Ḥazm had Najrān; Khālid b. Saʿīd the country down to Zabīd; Abū Mūsā al-Ashʿarī had Maʾrib; Yaʿlā b. Umayya al-Janad; ʿĀmir b. Shahr Hamdān; al-Ṭāhir b. Abī Hāla the tribe of ʿAkk; Ziyād b. Labīd Ḥaḍramawt. And Muʿādh b. Jabal was not tied to one district. He was a teacher, moving from one governor's country to the next. All of that, Ibn Kathīr says, was in the year ten — the end of the life of the Messenger of Allah ﷺ.</a:t>
            </a:r>
          </a:p>
          <a:p/>
          <a:p>
            <a:r>
              <a:t>MAP: Yemen broken into labelled zones — **صنعاء** (Shahr), **نجران** (ʿAmr b. Ḥazm ؓ), **مأرب** (Abū Mūsā ؓ), **الجند** (Yaʿlā b. Umayya ؓ), **همدان**, **عك**, **حضرموت** (Ziyād b. Labīd ؓ) — and one dotted line looping through all of them: Muʿādh ؓ.</a:t>
            </a:r>
          </a:p>
          <a:p/>
          <a:p>
            <a:r>
              <a:t>عبرت: The state in Yemen was a map of governors — and one man who belonged to all of them.</a:t>
            </a:r>
          </a:p>
          <a:p/>
          <a:p>
            <a:r>
              <a:t>STATEMENT (full rendering): "And Muʿādh was a teacher, moving through the district of every governor in Yemen and Ḥaḍramawt."</a:t>
            </a:r>
          </a:p>
          <a:p/>
          <a:p>
            <a:r>
              <a:t>Source: الکامل فی التاریخ ج۲ ص۱۹۶</a:t>
            </a:r>
          </a:p>
          <a:p/>
          <a:p>
            <a:r>
              <a:t>ALSO IN THE CARD:</a:t>
            </a:r>
          </a:p>
          <a:p>
            <a:r>
              <a:t>**Also on the page:**</a:t>
            </a:r>
          </a:p>
          <a:p/>
          <a:p>
            <a:r>
              <a:t>&gt; فَلَمَّا مَاتَ بَاذَانُ فَرَّقَ رَسُولُ اللَّهِ - صَلَّى اللَّهُ عَلَيْهِ وَسَلَّمَ - أُمَرَاءَهُ فِي الْيَمَنِ</a:t>
            </a:r>
          </a:p>
          <a:p>
            <a:r>
              <a:t>&gt; — الکامل فی التاریخ ج۲ ص۱۹۶ · https://shamela.ws/book/21712/887</a:t>
            </a:r>
          </a:p>
          <a:p>
            <a:r>
              <a:t>&gt; *English:* "When Bādhān died, the Messenger of Allah ﷺ divided his governors across Yemen."</a:t>
            </a:r>
          </a:p>
          <a:p/>
          <a:p>
            <a:r>
              <a:t>&gt; وذلك كله في سنة عشر، آخر حياة رسول الله ﷺ فبينما هم على ذلك إذ نجم</a:t>
            </a:r>
          </a:p>
          <a:p>
            <a:r>
              <a:t>&gt; — البدایہ والنہایہ ج۷ ص۱۴ · https://shamela.ws/book/30097/3160</a:t>
            </a:r>
          </a:p>
          <a:p>
            <a:r>
              <a:t>&gt; *English:* "All of that was in the year ten, the end of the life of the Messenger of Allah ﷺ — and</a:t>
            </a:r>
          </a:p>
          <a:p>
            <a:r>
              <a:t>&gt; while they were so, there appeared …"</a:t>
            </a:r>
          </a:p>
          <a:p/>
          <a:p>
            <a:r>
              <a:t>**Full district table** with Ibn Kathīr's variants: §1.3. Comes after E-AW19, which carries Shahr and</a:t>
            </a:r>
          </a:p>
          <a:p>
            <a:r>
              <a:t>the first Companions sent.</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AAA/E-AW03 · Yemen divided, and a teacher on the road</a:t>
            </a:r>
          </a:p>
          <a:p/>
          <a:p>
            <a:r>
              <a:t>  1. Yemen divided among governors — When Bādhām died, the Prophet ﷺ did not appoint one man over Yemen again. He divided it.</a:t>
            </a:r>
          </a:p>
          <a:p>
            <a:r>
              <a:t>  2. Four districts and their governors — Shahr kept Ṣanʿāʾ; ʿAmr b. Ḥazm ؓ had Najrān; Khālid b. Saʿīd ؓ down to Zabīd; Abū Mūsā ؓ Maʾrib.</a:t>
            </a:r>
          </a:p>
          <a:p>
            <a:r>
              <a:t>  3. And four more — Yaʿlā b. Umayya ؓ al-Janad; ʿĀmir b. Shahr Hamdān; al-Ṭāhir b. Abī Hāla ʿAkk; Ziyād b. Labīd ؓ Ḥaḍramawt.</a:t>
            </a:r>
          </a:p>
          <a:p>
            <a:r>
              <a:t>  4. Muʿādh ؓ, a teacher on the road — Muʿādh b. Jabal ؓ was tied to no district: a teacher, moving from one governor's country to the next.</a:t>
            </a:r>
          </a:p>
          <a:p>
            <a:r>
              <a:t>▶ 5. All in the year ten — All of this, Ibn Kathīr says, was in the year ten: the end of the Prophet's ﷺ life.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Name + laqab + one sentence, in one breath</a:t>
            </a:r>
          </a:p>
          <a:p/>
          <a:p>
            <a:r>
              <a:t>BEAT 1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Name + laqab + one sentence, in one breath</a:t>
            </a:r>
          </a:p>
          <a:p/>
          <a:p>
            <a:r>
              <a:t>WHEN, as the card gives it: after Ḥajjat al-Wadāʿ, 10 AH (632 CE) `[SOURCED]`; CE `[STANDARD]`</a:t>
            </a:r>
          </a:p>
          <a:p/>
          <a:p>
            <a:r>
              <a:t>AAA/E-AW04 · ʿAbhala, "the veiled one"</a:t>
            </a:r>
          </a:p>
          <a:p>
            <a:r>
              <a:t>Tier: CORE   When: after Ḥajjat al-Wadāʿ, 10 AH</a:t>
            </a:r>
          </a:p>
          <a:p/>
          <a:p>
            <a:r>
              <a:t>His name was ʿAbhala b. Kaʿb, of ʿAns, a clan of the great tribe of Madhḥij — which is why he is called al-ʿAnsī. People called him Dhū al-Khimār, the veiled one, because he was never seen without a turban and a veil across his face. The books say he was a conjuror who showed people wonders, and that whoever heard him speak was taken by his voice. When the Prophet ﷺ came back from the Farewell Pilgrimage and was taken ill from the journey — not yet the illness he died of — the news reached this man. He claimed prophethood, and Madhḥij followed him. Ibn al-Athīr and al-Dhahabī both give it the same title: the first apostasy in Islam, in the Prophet's ﷺ own lifetime.</a:t>
            </a:r>
          </a:p>
          <a:p/>
          <a:p>
            <a:r>
              <a:t>MAP: **مذحج** country shaded; a small mark in it, **كهف خُبّان**, unplaced beyond "in Yemen".</a:t>
            </a:r>
          </a:p>
          <a:p/>
          <a:p>
            <a:r>
              <a:t>عبرت: He moved on the news that the Prophet ﷺ was ill — the first of these claims was timed to it.</a:t>
            </a:r>
          </a:p>
          <a:p/>
          <a:p>
            <a:r>
              <a:t>STATEMENT (full rendering): "He was nicknamed Dhū al-Khimār, because he was always turbaned and veiled."</a:t>
            </a:r>
          </a:p>
          <a:p/>
          <a:p>
            <a:r>
              <a:t>Source: الکامل فی التاریخ ج۲ ص۱۹۶</a:t>
            </a:r>
          </a:p>
          <a:p/>
          <a:p>
            <a:r>
              <a:t>ALSO IN THE CARD:</a:t>
            </a:r>
          </a:p>
          <a:p>
            <a:r>
              <a:t>**Also on the page:**</a:t>
            </a:r>
          </a:p>
          <a:p/>
          <a:p>
            <a:r>
              <a:t>&gt; وَكَانَ الْأَسْوَدُ الْعَنْسِيُّ لَمَّا عَادَ رَسُولُ اللَّهِ - صَلَّى اللَّهُ عَلَيْهِ وَسَلَّمَ - مِنْ حَجَّةِ الْوَدَاعِ، وَتَمَرَّضَ مِنَ السَّفَرِ غَيْرَ مَرَضِ مَوْتِهِ بَلَغَهُ ذَلِكَ، فَادَّعَى النُّبُوَّةَ، وَكَانَ مُشَعْبِذًا يُرِيهِمُ الْأَعَاجِيبَ، فَاتَّبَعَتْهُ مَذْحِجٌ، وَكَانَتْ رِدَّةُ الْأَسْوَدِ أَوَّلَ رِدَّةٍ فِي الْإِسْلَامِ عَلَى عَهْدِ رَسُولِ اللَّهِ - صَلَّى اللَّهُ عَلَيْهِ وَسَلَّمَ -</a:t>
            </a:r>
          </a:p>
          <a:p>
            <a:r>
              <a:t>&gt; — الکامل فی التاریخ ج۲ ص۱۹۷ · https://shamela.ws/book/21712/888</a:t>
            </a:r>
          </a:p>
          <a:p>
            <a:r>
              <a:t>&gt; *English:* "When the Messenger of Allah ﷺ returned from Ḥajjat al-Wadāʿ and fell ill from the</a:t>
            </a:r>
          </a:p>
          <a:p>
            <a:r>
              <a:t>&gt; journey — an illness other than the one he died of — news of it reached al-Aswad, and he claimed</a:t>
            </a:r>
          </a:p>
          <a:p>
            <a:r>
              <a:t>&gt; prophethood. He was a conjuror who showed them wonders, and Madhḥij followed him. The apostasy of</a:t>
            </a:r>
          </a:p>
          <a:p>
            <a:r>
              <a:t>&gt; al-Aswad was the first apostasy in Islam, in the time of the Messenger of Allah ﷺ."</a:t>
            </a:r>
          </a:p>
          <a:p/>
          <a:p>
            <a:r>
              <a:t>&gt; أول ردة كانت في الإسلام على عهد رسول الله صلى الله عليه وسلم على يد عبهلة بن كعب، وهو الأسود، في عامة مذحج: خرج بعد حجة الوداع،</a:t>
            </a:r>
          </a:p>
          <a:p>
            <a:r>
              <a:t>&gt; وكان شعباذا يريهم الأعاجيب، ويسبي قلوب من يسمع منطقه</a:t>
            </a:r>
          </a:p>
          <a:p>
            <a:r>
              <a:t>&gt; — سیر أعلام النبلاء (سير الخلفاء الراشدين) ص۲۸ · https://shamela.ws/book/10906/1176</a:t>
            </a:r>
          </a:p>
          <a:p>
            <a:r>
              <a:t>&gt; *English:* "The first apostasy in Islam, in the time of the Messenger of Allah ﷺ, was at the hand of</a:t>
            </a:r>
          </a:p>
          <a:p>
            <a:r>
              <a:t>&gt; ʿAbhala b. Kaʿb — al-Aswad — among the generality of Madhḥij. He came out after Ḥajjat al-Wadāʿ. He</a:t>
            </a:r>
          </a:p>
          <a:p>
            <a:r>
              <a:t>&gt; was a conjuror who showed them wonders, and he captivated the hearts of whoever heard him speak."</a:t>
            </a:r>
          </a:p>
          <a:p/>
          <a:p>
            <a:r>
              <a:t>&gt; كان الأسود العنسيّ واسمه عبهلة بن كعب ولقبه ذو الخمار، وكان كاهنا مشعوذا يفعل الأعاجيب ويخلب بحلاوة منطقه</a:t>
            </a:r>
          </a:p>
          <a:p>
            <a:r>
              <a:t>&gt; — تاریخ ابن خلدون ج۲ ص۴۸۲ · https://shamela.ws/book/12320/1279</a:t>
            </a:r>
          </a:p>
          <a:p>
            <a:r>
              <a:t>&gt; *English (Ibn Khaldūn):* "Al-Aswad al-ʿAnsī — his name ʿAbhala b. Kaʿb, his nickname Dhū al-Khimār —</a:t>
            </a:r>
          </a:p>
          <a:p>
            <a:r>
              <a:t>&gt; was a soothsayer and a conjuror who worked wonders and beguiled with the sweetness of his speech."</a:t>
            </a:r>
          </a:p>
          <a:p/>
          <a:p>
            <a:r>
              <a:t>Ibn Khaldūn is **framing only** — «كاهنا» (soothsayer) is his word; attribute it to him by name if used.</a:t>
            </a:r>
          </a:p>
          <a:p>
            <a:r>
              <a:t>Al-Dhahabī's report comes through Sayf b. ʿUmar, from al-Ḍaḥḥāk b. Fayrūz, from his father.</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AAA/E-AW04 · ʿAbhala, "the veiled one"</a:t>
            </a:r>
          </a:p>
          <a:p/>
          <a:p>
            <a:r>
              <a:t>  1. ʿAbhala b. Kaʿb, of ʿAns — His name was ʿAbhala b. Kaʿb, of ʿAns, a clan of the great tribe of Madhḥij: hence al-ʿAnsī.</a:t>
            </a:r>
          </a:p>
          <a:p>
            <a:r>
              <a:t>  2. Dhū al-Khimār, the veiled one — People called him the veiled one: he was never seen without a turban and a veil across his face.</a:t>
            </a:r>
          </a:p>
          <a:p>
            <a:r>
              <a:t>  3. A conjuror with a captivating voice — The books say he was a conjuror who showed people wonders; whoever heard him speak was taken by his voice.</a:t>
            </a:r>
          </a:p>
          <a:p>
            <a:r>
              <a:t>  4. News of an illness reaches him — The Prophet ﷺ returned from the Farewell Pilgrimage ill from the journey, not his final illness; news reached ʿAbhala.</a:t>
            </a:r>
          </a:p>
          <a:p>
            <a:r>
              <a:t>  5. Madhḥij follows his claim — On that news he claimed prophethood, and the tribe of Madhḥij followed him.</a:t>
            </a:r>
          </a:p>
          <a:p>
            <a:r>
              <a:t>▶ 6. The first apostasy in Islam — Ibn al-Athīr and al-Dhahabī both call it the first apostasy in Islam, in the Prophet's ﷺ own lifetime.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tools/mapstudio/scenes/s03-03-al-aswad-rises.json in tools/mapstudio/index.html, export step(s) 1–2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[HANDS] 1: "How many nights from his rising to Ṣanʿāʾ?" — ask at beat 1, before beat 3 · replaces TB28 — do not run both</a:t>
            </a:r>
          </a:p>
          <a:p/>
          <a:p>
            <a:r>
              <a:t>BEAT 1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[HANDS] 1: "How many nights from his rising to Ṣanʿāʾ?" — ask at beat 1, before beat 3 · replaces TB28 — do not run both</a:t>
            </a:r>
          </a:p>
          <a:p/>
          <a:p>
            <a:r>
              <a:t>WHEN, as the card gives it: the first twenty-five nights of his rising `[SOURCED]`</a:t>
            </a:r>
          </a:p>
          <a:p/>
          <a:p>
            <a:r>
              <a:t>AAA/E-AW05 · "You who rebel against us"</a:t>
            </a:r>
          </a:p>
          <a:p>
            <a:r>
              <a:t>Tier: CORE   When: the first nights of his rising</a:t>
            </a:r>
          </a:p>
          <a:p/>
          <a:p>
            <a:r>
              <a:t>He came out with seven hundred fighting men and sent the Prophet's ﷺ governors a letter: you who rebel against us, hand back what you have taken of our land, keep what you have collected intact, for we have the better right to it. Ten nights after he came out he had Najrān. Then he made for Ṣanʿāʾ. The first men to stand against him, Ibn al-Athīr says, were Shahr, Fayrūz and Dādhawayh. Shahr, son of Bādhām, came out to meet him at a place called Shaʿūb, and was killed, and his army of the Abnāʾ was broken. On the twenty-fifth night al-Aswad was in Ṣanʿāʾ. A man at al-Janad remembered it arriving as news, one piece at a time: he is at Shaʿūb; Shahr has gone out to him; he has killed Shahr; he holds Ṣanʿāʾ. And the books say his affair spread like fire.</a:t>
            </a:r>
          </a:p>
          <a:p/>
          <a:p>
            <a:r>
              <a:t>MAP: **كهف خُبّان** → **نجران** (write "10 nights") → **شعوب** outside **صنعاء** → **صنعاء** (write "25 nights"). **صنعاء** turns red. Then a red wash spreading, feathered, over Yemen.</a:t>
            </a:r>
          </a:p>
          <a:p/>
          <a:p>
            <a:r>
              <a:t>عبرت: He called the lawful governors the rebels — the first thing a usurper changes is the words.</a:t>
            </a:r>
          </a:p>
          <a:p/>
          <a:p>
            <a:r>
              <a:t>HANDS UP: Before the numbers: *"Seven hundred men. How long, do you think, to take Ṣanʿāʾ?"*</a:t>
            </a:r>
          </a:p>
          <a:p/>
          <a:p>
            <a:r>
              <a:t>STATEMENT (full rendering): "He wrote to the Prophet's ﷺ governors: 'You who rebel against us — hand back what you have taken of our land, and keep intact what you have collected, for we have the better right to it; and stay as you are.'"</a:t>
            </a:r>
          </a:p>
          <a:p/>
          <a:p>
            <a:r>
              <a:t>Source: البدایہ والنہایہ ج۷ ص۱۴</a:t>
            </a:r>
          </a:p>
          <a:p/>
          <a:p>
            <a:r>
              <a:t>ALSO IN THE CARD:</a:t>
            </a:r>
          </a:p>
          <a:p>
            <a:r>
              <a:t>**Also on the page:**</a:t>
            </a:r>
          </a:p>
          <a:p/>
          <a:p>
            <a:r>
              <a:t>&gt; ثم ركب فتوجّه إلى نَجْران فأخذها بعد عشرِ ليالٍ من مخرجه ثم قصد إلى صنعاء، فخرج إليه شَهْر بن باذام فتقاتلا، فغلبه الأسودُ وقتله، وكسر جيشه من الأبناء واحتلّ بلدة صنعاء لخمسٍ وعشرين ليلةً من مخرجه</a:t>
            </a:r>
          </a:p>
          <a:p>
            <a:r>
              <a:t>&gt; — البدایہ والنہایہ ج۷ ص۱۴ · https://shamela.ws/book/30097/3160</a:t>
            </a:r>
          </a:p>
          <a:p>
            <a:r>
              <a:t>&gt; *English:* "Then he rode to Najrān and took it ten nights after he came out; then he made for Ṣanʿāʾ.</a:t>
            </a:r>
          </a:p>
          <a:p>
            <a:r>
              <a:t>&gt; Shahr b. Bādhām came out against him and they fought; al-Aswad overcame him and killed him, broke his</a:t>
            </a:r>
          </a:p>
          <a:p>
            <a:r>
              <a:t>&gt; army of the Abnāʾ, and occupied the town of Ṣanʿāʾ twenty-five nights after he came out."</a:t>
            </a:r>
          </a:p>
          <a:p/>
          <a:p>
            <a:r>
              <a:t>&gt; فبينا نحن ننظر في أمرنا إذ قيل: هذا الأسود بشعوب، وقد خرج إليه شهر بن باذام، ثم أتانا الخبر أنه قتل شهرا وهزم الأبناء، وغلب على صنعاء بعد نيف وعشرين ليلة</a:t>
            </a:r>
          </a:p>
          <a:p>
            <a:r>
              <a:t>&gt; — سیر أعلام النبلاء (سير الخلفاء الراشدين) ص۲۹ · https://shamela.ws/book/10906/1177</a:t>
            </a:r>
          </a:p>
          <a:p>
            <a:r>
              <a:t>&gt; *English:* "While we were considering our position, it was said: al-Aswad is at Shaʿūb, and Shahr b.</a:t>
            </a:r>
          </a:p>
          <a:p>
            <a:r>
              <a:t>&gt; Bādhām has gone out against him. Then the news came to us that he had killed Shahr, routed the</a:t>
            </a:r>
          </a:p>
          <a:p>
            <a:r>
              <a:t>&gt; Abnāʾ, and taken Ṣanʿāʾ after twenty-odd nights."</a:t>
            </a:r>
          </a:p>
          <a:p/>
          <a:p>
            <a:r>
              <a:t>&gt; وَكَانَ أَوَّلَ مَنِ اعْتَرَضَ الْأَسْوَدَ الْكَاذِبَ - شَهْرُ، وَفَيْرُوزُ، وَدَاذَوَيْهِ</a:t>
            </a:r>
          </a:p>
          <a:p>
            <a:r>
              <a:t>&gt; — الکامل فی التاریخ ج۲ ص۱۹۷ · https://shamela.ws/book/21712/888</a:t>
            </a:r>
          </a:p>
          <a:p>
            <a:r>
              <a:t>&gt; *English:* "The first to stand against al-Aswad the liar were Shahr, Fayrūz and Dādhawayh."</a:t>
            </a:r>
          </a:p>
          <a:p/>
          <a:p>
            <a:r>
              <a:t>Ibn al-Athīr, same page: «وَاسْتَطَارَ أَمْرُهُ كَالْحَرِيقِ» — full quotation under E-AW06. The witness at al-Janad</a:t>
            </a:r>
          </a:p>
          <a:p>
            <a:r>
              <a:t>is ʿUbayd b. Ṣakhr (§2.2); al-Dhahabī's "twenty-odd nights" sits beside Ibn Kathīr's twenty-five —</a:t>
            </a:r>
          </a:p>
          <a:p>
            <a:r>
              <a:t>keep both. **Supersedes E-TB28's first half.**</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AAA/E-AW05 · "You who rebel against us"</a:t>
            </a:r>
          </a:p>
          <a:p/>
          <a:p>
            <a:r>
              <a:t>  1. He comes out with seven hundred — Al-Aswad came out with seven hundred fighting men.</a:t>
            </a:r>
          </a:p>
          <a:p>
            <a:r>
              <a:t>  2. "You who rebel against us" — He wrote to the Prophet's ﷺ governors, calling them rebels: hand back our land; we have the better right.</a:t>
            </a:r>
          </a:p>
          <a:p>
            <a:r>
              <a:t>  3. Najrān in ten nights — Ten nights after he came out, he had Najrān.</a:t>
            </a:r>
          </a:p>
          <a:p>
            <a:r>
              <a:t>  4. The first to stand against him — Then he made for Ṣanʿāʾ. Ibn al-Athīr names the first to stand against him: Shahr, Fayrūz ؓ and Dādhawayh.</a:t>
            </a:r>
          </a:p>
          <a:p>
            <a:r>
              <a:t>  5. Shahr killed at Shaʿūb — Shahr son of Bādhām met him at Shaʿūb, and was killed; his army of the Abnāʾ was broken.</a:t>
            </a:r>
          </a:p>
          <a:p>
            <a:r>
              <a:t>  6. Ṣanʿāʾ within the month — Al-Aswad held Ṣanʿāʾ on the twenty-fifth night, says Ibn Kathīr; after twenty-odd, says al-Dhahabī.</a:t>
            </a:r>
          </a:p>
          <a:p>
            <a:r>
              <a:t>  7. News at al-Janad, piece by piece — At al-Janad the news came in pieces: he is at Shaʿūb; Shahr went out; Shahr is killed; Ṣanʿāʾ is his.</a:t>
            </a:r>
          </a:p>
          <a:p>
            <a:r>
              <a:t>▶ 8. Spreading like fire — And the books say his affair spread like fire.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tools/mapstudio/scenes/s03-03b-the-governors-scatter.json in tools/mapstudio/index.html, export step(s) 1–2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AAA/E-AW06 · The governors scatter</a:t>
            </a:r>
          </a:p>
          <a:p>
            <a:r>
              <a:t>Tier: GOOD   When: after Ṣanʿāʾ fell `[SOURCED]`</a:t>
            </a:r>
          </a:p>
          <a:p/>
          <a:p>
            <a:r>
              <a:t>Muʿādh b. Jabal left Ṣanʿāʾ in flight, reached Abū Mūsā at Maʾrib, and the two of them went on to Ḥaḍramawt. ʿAmr b. Ḥazm and Khālid b. Saʿīd went back to Medina. The other governors fell back on al-Ṭāhir b. Abī Hāla in the mountains of ʿAkk. Ibn al-Athīr says al-Aswad's hand reached from the desert of Ḥaḍramawt to al-Ṭāʾif, to al-Aḥsāʾ and to Aden, and Ibn Kathīr says his kingdom grew strong and his affair hardened. A great many in Yemen apostatised. And the Muslims who stayed dealt with him by keeping their heads down and their faith hidden. Al-Dhahabī adds that al-Aswad never wrote to the Messenger of Allah ﷺ at all: there was no one to contest him, and the kingdom of Yemen was clear for him. At Ḥaḍramawt, Muʿādh married into the tribe of al-Sakūn, and they drew close around him.</a:t>
            </a:r>
          </a:p>
          <a:p/>
          <a:p>
            <a:r>
              <a:t>MAP: from **صنعاء** and **مأرب**, two blue lines joining and running east to **حضرموت** (Muʿādh ؓ and Abū Mūsā ؓ); two blue lines north to</a:t>
            </a:r>
          </a:p>
          <a:p/>
          <a:p>
            <a:r>
              <a:t>عبرت: The book writes down, without softening, that great Companions ran — and that running was how they lived to come back.</a:t>
            </a:r>
          </a:p>
          <a:p/>
          <a:p>
            <a:r>
              <a:t>STATEMENT (full rendering): "Muʿādh went out in flight until he reached Abū Mūsā at Maʾrib, and the two of them went on to Ḥaḍramawt."</a:t>
            </a:r>
          </a:p>
          <a:p/>
          <a:p>
            <a:r>
              <a:t>Source: الکامل فی التاریخ ج۲ ص۱۹۷</a:t>
            </a:r>
          </a:p>
          <a:p/>
          <a:p>
            <a:r>
              <a:t>ALSO IN THE CARD:</a:t>
            </a:r>
          </a:p>
          <a:p>
            <a:r>
              <a:t>**Also on the page:**</a:t>
            </a:r>
          </a:p>
          <a:p/>
          <a:p>
            <a:r>
              <a:t>&gt; وَاسْتَتَبَّ لِلْأَسْوَدِ مُلْكُ الْيَمَنِ، وَلَحِقَ أُمَرَاءُ الْيَمَنِ إِلَى الطَّاهِرِ بْنِ أَبِي هَالَةَ، إِلَّا عَمْرًا وَخَالِدًا؛ فَإِنَّهُمَا رَجَعَا إِلَى الْمَدِينَةِ</a:t>
            </a:r>
          </a:p>
          <a:p>
            <a:r>
              <a:t>&gt; — الکامل فی التاریخ ج۲ ص۱۹۷ · https://shamela.ws/book/21712/888</a:t>
            </a:r>
          </a:p>
          <a:p>
            <a:r>
              <a:t>&gt; *English:* "The kingdom of Yemen was secured for al-Aswad. The governors of Yemen fell back on</a:t>
            </a:r>
          </a:p>
          <a:p>
            <a:r>
              <a:t>&gt; al-Ṭāhir b. Abī Hāla — except ʿAmr and Khālid, who went back to Medina."</a:t>
            </a:r>
          </a:p>
          <a:p/>
          <a:p>
            <a:r>
              <a:t>&gt; وَغَلَبَ الْأَسْوَدُ عَلَى مَا بَيْنَ مَفَازَةِ حَضْرَمَوْتَ إِلَى الطَّائِفِ، إِلَى الْبَحْرَيْنِ وَالْأَحْسَاءِ، إِلَى عَدَنَ، وَاسْتَطَارَ أَمْرُهُ كَالْحَرِيقِ</a:t>
            </a:r>
          </a:p>
          <a:p>
            <a:r>
              <a:t>&gt; — الکامل فی التاریخ ج۲ ص۱۹۷ · https://shamela.ws/book/21712/888</a:t>
            </a:r>
          </a:p>
          <a:p>
            <a:r>
              <a:t>&gt; *English:* "Al-Aswad prevailed over everything from the desert of Ḥaḍramawt to al-Ṭāʾif, to al-Baḥrayn</a:t>
            </a:r>
          </a:p>
          <a:p>
            <a:r>
              <a:t>&gt; and al-Aḥsāʾ, to ʿAdan — and his affair spread like a fire."</a:t>
            </a:r>
          </a:p>
          <a:p/>
          <a:p>
            <a:r>
              <a:t>&gt; واشتدّ ملكه، واستغلظ أمره، وارتدّ خلق من أهل اليمن، وعامله المسلمون الذين هناك بالتقية</a:t>
            </a:r>
          </a:p>
          <a:p>
            <a:r>
              <a:t>&gt; — البدایہ والنہایہ ج۷ ص۱۴ · https://shamela.ws/book/30097/3160</a:t>
            </a:r>
          </a:p>
          <a:p>
            <a:r>
              <a:t>&gt; *English:* "His kingdom grew strong and his affair hardened; a great many of the people of Yemen</a:t>
            </a:r>
          </a:p>
          <a:p>
            <a:r>
              <a:t>&gt; apostatised, and the Muslims who were there dealt with him by guarded concealment."</a:t>
            </a:r>
          </a:p>
          <a:p/>
          <a:p>
            <a:r>
              <a:t>&gt; ولم يكاتب الأسود رسول الله صلى الله عليه وسلم؛ لأنه لم يكن معه أحد يشاغبه، وصفا له ملك اليمن.</a:t>
            </a:r>
          </a:p>
          <a:p>
            <a:r>
              <a:t>&gt; — سیر أعلام النبلاء (سير الخلفاء الراشدين) ص۲۸ · https://shamela.ws/book/10906/1176</a:t>
            </a:r>
          </a:p>
          <a:p>
            <a:r>
              <a:t>&gt; *English:* "Al-Aswad did not write to the Messenger of Allah ﷺ, because there was no one with him to</a:t>
            </a:r>
          </a:p>
          <a:p>
            <a:r>
              <a:t>&gt; contest him, and the kingdom of Yemen was clear for him."</a:t>
            </a:r>
          </a:p>
          <a:p/>
          <a:p>
            <a:r>
              <a:t>**Drawing the reach:** «مَا بَيْنَ مَفَازَةِ حَضْرَمَوْتَ إِلَى الطَّائِفِ» is a claim of dominance — a feathered zone, not a</a:t>
            </a:r>
          </a:p>
          <a:p>
            <a:r>
              <a:t>frontier. *(Musaylima, by contrast, did write — that contrast is our observation, not a sentence on these</a:t>
            </a:r>
          </a:p>
          <a:p>
            <a:r>
              <a:t>pages; for the room, not for a slide.)*</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AAA/E-AW06 · The governors scatter</a:t>
            </a:r>
          </a:p>
          <a:p/>
          <a:p>
            <a:r>
              <a:t>  1. Muʿādh ؓ and Abū Mūsā ؓ to Ḥaḍramawt — Muʿādh ؓ left Ṣanʿāʾ in flight, reached Abū Mūsā ؓ at Maʾrib, and the two went on to Ḥaḍramawt.</a:t>
            </a:r>
          </a:p>
          <a:p>
            <a:r>
              <a:t>  2. Two governors return to Medina — ʿAmr b. Ḥazm ؓ and Khālid b. Saʿīd ؓ went back to Medina.</a:t>
            </a:r>
          </a:p>
          <a:p>
            <a:r>
              <a:t>  3. The rest fall back on ʿAkk — The other governors fell back on al-Ṭāhir b. Abī Hāla in the mountains of ʿAkk.</a:t>
            </a:r>
          </a:p>
          <a:p>
            <a:r>
              <a:t>  4. From Ḥaḍramawt to al-Ṭāʾif and Aden — Ibn al-Athīr: his hand reached from the desert of Ḥaḍramawt to al-Ṭāʾif, al-Aḥsāʾ and Aden.</a:t>
            </a:r>
          </a:p>
          <a:p>
            <a:r>
              <a:t>  5. Many in Yemen apostatise — His kingdom grew strong and his affair hardened; a great many in Yemen apostatised.</a:t>
            </a:r>
          </a:p>
          <a:p>
            <a:r>
              <a:t>  6. The Muslims who stayed hide their faith — The Muslims who stayed dealt with him by keeping their heads down and their faith hidden.</a:t>
            </a:r>
          </a:p>
          <a:p>
            <a:r>
              <a:t>  7. He never wrote to the Prophet ﷺ — Al-Dhahabī: al-Aswad never wrote to the Prophet ﷺ; no one contested him, and Yemen was clear for him.</a:t>
            </a:r>
          </a:p>
          <a:p>
            <a:r>
              <a:t>▶ 8. Muʿādh ؓ marries into al-Sakūn — At Ḥaḍramawt, Muʿādh ؓ married into the tribe of al-Sakūn, and they drew close around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during his three or four months `[SOURCED]`</a:t>
            </a:r>
          </a:p>
          <a:p/>
          <a:p>
            <a:r>
              <a:t>AAA/E-AW07 · His commanders, and Shahr's widow</a:t>
            </a:r>
          </a:p>
          <a:p>
            <a:r>
              <a:t>Tier: CORE   When: during his three or four months</a:t>
            </a:r>
          </a:p>
          <a:p/>
          <a:p>
            <a:r>
              <a:t>He had to govern what he had taken. Over Madhḥij he put ʿAmr b. Maʿdī Karib. Over the army, Qays b. ʿAbd Yaghūth — the man also called Qays b. Makshūḥ. Over the Abnāʾ, the Persians of Ṣanʿāʾ, two of their own: Fayrūz al-Daylamī and Dādhawayh. And he married the widow of the man he had killed, Shahr son of Bādhām. She was Fayrūz's cousin. Ibn Kathīr gives her name, and he says two things about her: that she was beautiful — and that she was a believer in Allah and His Messenger, and one of the righteous. Then, once he felt secure, al-Aswad began to treat all three of his commanders with contempt.</a:t>
            </a:r>
          </a:p>
          <a:p/>
          <a:p>
            <a:r>
              <a:t>MAP: inside **صنعاء**, three labels under al-Aswad's mark — **مذحج**: ʿAmr b. Maʿdī Karib · **the army**: Qays · **الأبناء**: Fayrūz and Dādhawayh.</a:t>
            </a:r>
          </a:p>
          <a:p/>
          <a:p>
            <a:r>
              <a:t>عبرت: He put the men he had defeated in charge of their own people, and married into the house he had destroyed — and kept the enemy inside his own walls.</a:t>
            </a:r>
          </a:p>
          <a:p/>
          <a:p>
            <a:r>
              <a:t>STATEMENT (full rendering): "Her name was Zādh… a believer in Allah and His Messenger Muḥammad ﷺ, and one of the righteous."</a:t>
            </a:r>
          </a:p>
          <a:p/>
          <a:p>
            <a:r>
              <a:t>Source: البدایہ والنہایہ ج۷ ص۱۴</a:t>
            </a:r>
          </a:p>
          <a:p/>
          <a:p>
            <a:r>
              <a:t>ALSO IN THE CARD:</a:t>
            </a:r>
          </a:p>
          <a:p>
            <a:r>
              <a:t>**Also on the page:**</a:t>
            </a:r>
          </a:p>
          <a:p/>
          <a:p>
            <a:r>
              <a:t>&gt; وكان خليفته على مَذْحِج عمرو بن معدي كرب، وأسند أمر الجند إلى قيس بن عبد يغوث، وأسند أمر الأبناء إلى فيروز الدَّيْلمي وداذويه</a:t>
            </a:r>
          </a:p>
          <a:p>
            <a:r>
              <a:t>&gt; — البدایہ والنہایہ ج۷ ص۱۴ · https://shamela.ws/book/30097/3160</a:t>
            </a:r>
          </a:p>
          <a:p>
            <a:r>
              <a:t>&gt; *English:* "His deputy over Madhḥij was ʿAmr b. Maʿdī Karib; he gave command of the army to Qays b.</a:t>
            </a:r>
          </a:p>
          <a:p>
            <a:r>
              <a:t>&gt; ʿAbd Yaghūth, and command of the Abnāʾ to Fayrūz al-Daylamī and Dādhawayh."</a:t>
            </a:r>
          </a:p>
          <a:p/>
          <a:p>
            <a:r>
              <a:t>**Name:** Zādh in البدایہ, Āzād in الکامل ج۲ ص۱۹۸. Say "Ibn Kathīr calls her Zādh".</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AAA/E-AW07 · His commanders, and Shahr's widow</a:t>
            </a:r>
          </a:p>
          <a:p/>
          <a:p>
            <a:r>
              <a:t>  1. Madhḥij: ʿAmr b. Maʿdī Karib — He had to govern what he had taken. Over Madhḥij he put ʿAmr b. Maʿdī Karib.</a:t>
            </a:r>
          </a:p>
          <a:p>
            <a:r>
              <a:t>  2. The army: Qays b. Makshūḥ — Over the army, Qays b. ʿAbd Yaghūth: the man also called Qays b. Makshūḥ.</a:t>
            </a:r>
          </a:p>
          <a:p>
            <a:r>
              <a:t>  3. The Abnāʾ: Fayrūz ؓ and Dādhawayh — Over the Abnāʾ, the Persians of Ṣanʿāʾ, two of their own: Fayrūz al-Daylamī ؓ and Dādhawayh.</a:t>
            </a:r>
          </a:p>
          <a:p>
            <a:r>
              <a:t>  4. He marries the widow of Shahr — He married the widow of the man he had killed, Shahr son of Bādhām. She was Fayrūz's ؓ cousin.</a:t>
            </a:r>
          </a:p>
          <a:p>
            <a:r>
              <a:t>  5. Zādh: a believer, one of the righteous — Ibn Kathīr names her Zādh: beautiful, and a believer in Allah and His Messenger ﷺ, one of the righteous.</a:t>
            </a:r>
          </a:p>
          <a:p>
            <a:r>
              <a:t>▶ 6. Contempt for his commanders — Once he felt secure, al-Aswad began to treat all three of his commanders with contempt.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tools/mapstudio/scenes/s03-04-the-night-in-sana.json in tools/mapstudio/index.html, export step(s) 1–2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Prophet's ﷺ letter (gist only; the text does not survive)</a:t>
            </a:r>
          </a:p>
          <a:p/>
          <a:p>
            <a:r>
              <a:t>BEAT 1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Prophet's ﷺ letter (gist only; the text does not survive)</a:t>
            </a:r>
          </a:p>
          <a:p/>
          <a:p>
            <a:r>
              <a:t>WHEN, as the card gives it: the Prophet's ﷺ last months, in his lifetime `[SOURCED]`</a:t>
            </a:r>
          </a:p>
          <a:p/>
          <a:p>
            <a:r>
              <a:t>AAA/E-AW08 · "By open fight, or by stealth"</a:t>
            </a:r>
          </a:p>
          <a:p>
            <a:r>
              <a:t>Tier: CORE   When: the Prophet's ﷺ last months</a:t>
            </a:r>
          </a:p>
          <a:p/>
          <a:p>
            <a:r>
              <a:t>Word of al-Aswad reached Medina, and the Prophet ﷺ wrote. A man named Wabr b. Yuḥannas brought the letters to Ṣanʿāʾ — to Fayrūz, to Dādhawayh, and to a third man, Jishnas al-Daylamī, who later told the story. The order was to fight al-Aswad, either in the open or by stealth, and to write to everyone who still held to religion. Jishnas says they looked at Qays and reasoned: Qays is afraid for his life; he will answer the first call. They went to him with the Prophet's ﷺ message, and it was, he says, as if they had come down to him out of the sky. Letters went to Najrān as well, and the people of Najrān answered him; the chiefs of the highlands wrote offering help, and the men in Ṣanʿāʾ told them to wait. And al-Aswad felt it closing. Ibn al-Athīr notes that Abū Bakr ؓ, after him, fought the apostates the same way — with envoys.</a:t>
            </a:r>
          </a:p>
          <a:p/>
          <a:p>
            <a:r>
              <a:t>MAP: one rider,</a:t>
            </a:r>
          </a:p>
          <a:p/>
          <a:p>
            <a:r>
              <a:t>عبرت: The claim that began on news of his illness was ended by the letters he sent.</a:t>
            </a:r>
          </a:p>
          <a:p/>
          <a:p>
            <a:r>
              <a:t>STATEMENT (full rendering): "The letters of the Prophet ﷺ came to us, ordering us to fight him — either in open battle or by stealth."</a:t>
            </a:r>
          </a:p>
          <a:p/>
          <a:p>
            <a:r>
              <a:t>Source: الکامل فی التاریخ ج۲ ص۱۹۸</a:t>
            </a:r>
          </a:p>
          <a:p/>
          <a:p>
            <a:r>
              <a:t>ALSO IN THE CARD:</a:t>
            </a:r>
          </a:p>
          <a:p>
            <a:r>
              <a:t>**Also on the page:**</a:t>
            </a:r>
          </a:p>
          <a:p/>
          <a:p>
            <a:r>
              <a:t>&gt; فَقُلْنَا: إِنَّ قَيْسًا يَخَافُ عَلَى دَمِهِ، فَهُوَ لِأَوَّلِ دَعْوَةٍ، فَدَعَوْنَاهُ وَأَبْلَغْنَاهُ عَنِ النَّبِيِّ - صَلَّى اللَّهُ عَلَيْهِ وَسَلَّمَ - فَكَأَنَّمَا نَزَلْنَا عَلَيْهِ مِنَ السَّمَاءِ، فَأَجَابَنَا</a:t>
            </a:r>
          </a:p>
          <a:p>
            <a:r>
              <a:t>&gt; — الکامل فی التاریخ ج۲ ص۱۹۸ · https://shamela.ws/book/21712/889</a:t>
            </a:r>
          </a:p>
          <a:p>
            <a:r>
              <a:t>&gt; *English:* "We said: Qays fears for his life, so he will answer the first call. We called him and</a:t>
            </a:r>
          </a:p>
          <a:p>
            <a:r>
              <a:t>&gt; gave him the message from the Prophet ﷺ — and it was as though we had come down to him from the sky.</a:t>
            </a:r>
          </a:p>
          <a:p>
            <a:r>
              <a:t>&gt; He answered us."</a:t>
            </a:r>
          </a:p>
          <a:p/>
          <a:p>
            <a:r>
              <a:t>&gt; وَكَتَبَ أَيْضًا إِلَى أَهْلِ نَجْرَانَ فَأَجَابُوهُ، وَبَلَغَ ذَلِكَ الْأَسْوَدُ، وَأَحَسَّ بِالْهَلَاكِ</a:t>
            </a:r>
          </a:p>
          <a:p>
            <a:r>
              <a:t>&gt; — الکامل فی التاریخ ج۲ ص۱۹۸ · https://shamela.ws/book/21712/889</a:t>
            </a:r>
          </a:p>
          <a:p>
            <a:r>
              <a:t>&gt; *English:* "He ﷺ also wrote to the people of Najrān, and they answered him. That reached al-Aswad, and</a:t>
            </a:r>
          </a:p>
          <a:p>
            <a:r>
              <a:t>&gt; he sensed his ruin."</a:t>
            </a:r>
          </a:p>
          <a:p/>
          <a:p>
            <a:r>
              <a:t>&gt; فَحَارَبَهُمْ أَبُو بَكْرٍ بِمَا كَانَ رَسُولُ اللَّهِ - صَلَّى اللَّهُ عَلَيْهِ وَسَلَّمَ - يُحَارِبُهُمْ؛ بِالرُّسُلِ</a:t>
            </a:r>
          </a:p>
          <a:p>
            <a:r>
              <a:t>&gt; — الکامل فی التاریخ ج۲ ص۲۰۱ · https://shamela.ws/book/21712/892</a:t>
            </a:r>
          </a:p>
          <a:p>
            <a:r>
              <a:t>&gt; *English:* "So Abū Bakr fought them with what the Messenger of Allah ﷺ had fought them with — with</a:t>
            </a:r>
          </a:p>
          <a:p>
            <a:r>
              <a:t>&gt; envoys."</a:t>
            </a:r>
          </a:p>
          <a:p/>
          <a:p>
            <a:r>
              <a:t>**Framing, by name — Ibn Khaldūn, never alone:**</a:t>
            </a:r>
          </a:p>
          <a:p/>
          <a:p>
            <a:r>
              <a:t>&gt; وحاربهم رسول الله صلى الله عليه وسلم بالرسل والكتب إلى عماله ومن ثبت على إسلامه من قومهم أن يجدّوا في جهادهم، فأصيب الأسود قبل وفاته بيوم ولم يشغله ما كان فيه من الوجع عن أمر الله والذبّ عن دينه</a:t>
            </a:r>
          </a:p>
          <a:p>
            <a:r>
              <a:t>&gt; — تاریخ ابن خلدون ج۲ ص۴۸۴ · https://shamela.ws/book/12320/1281</a:t>
            </a:r>
          </a:p>
          <a:p>
            <a:r>
              <a:t>&gt; *English (Ibn Khaldūn):* "The Messenger of Allah ﷺ fought them with envoys and with letters to his</a:t>
            </a:r>
          </a:p>
          <a:p>
            <a:r>
              <a:t>&gt; governors and to those of their people who held to Islam, to strive against them. Al-Aswad was struck</a:t>
            </a:r>
          </a:p>
          <a:p>
            <a:r>
              <a:t>&gt; down a day before his death — and the pain he was in did not distract him from the command of Allah</a:t>
            </a:r>
          </a:p>
          <a:p>
            <a:r>
              <a:t>&gt; and the defence of His religion."</a:t>
            </a:r>
          </a:p>
          <a:p/>
          <a:p>
            <a:r>
              <a:t>Ibn Khaldūn's «قبل وفاته بيوم» is **his** reading of the timing, never the date (E-AW15).</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9 — AAA/E-AW08 · "By open fight, or by stealth"</a:t>
            </a:r>
          </a:p>
          <a:p/>
          <a:p>
            <a:r>
              <a:t>  1. Medina hears of al-Aswad — Word of al-Aswad reached Medina, and the Prophet ﷺ wrote.</a:t>
            </a:r>
          </a:p>
          <a:p>
            <a:r>
              <a:t>  2. Wabr brings the letters to Ṣanʿāʾ — Wabr b. Yuḥannas brought them to Fayrūz ؓ, to Dādhawayh, and to Jishnas al-Daylamī, who later told the story.</a:t>
            </a:r>
          </a:p>
          <a:p>
            <a:r>
              <a:t>  3. By open fight, or by stealth — The order: fight al-Aswad, in the open or by stealth, and write to all who still held to religion.</a:t>
            </a:r>
          </a:p>
          <a:p>
            <a:r>
              <a:t>  4. Qays will answer the first call — Jishnas says they reasoned: Qays is afraid for his life; he will answer the first call.</a:t>
            </a:r>
          </a:p>
          <a:p>
            <a:r>
              <a:t>  5. As if from the sky; Qays answers — They gave Qays the Prophet's ﷺ message; it was as if they had come down to him from the sky.</a:t>
            </a:r>
          </a:p>
          <a:p>
            <a:r>
              <a:t>  6. Najrān answers too — Letters went to Najrān as well, and the people of Najrān answered.</a:t>
            </a:r>
          </a:p>
          <a:p>
            <a:r>
              <a:t>  7. The highland chiefs are told to wait — The chiefs of the highlands wrote offering help; the men in Ṣanʿāʾ told them to wait.</a:t>
            </a:r>
          </a:p>
          <a:p>
            <a:r>
              <a:t>  8. Al-Aswad senses his ruin — Word of it reached al-Aswad, and he felt it closing: he sensed his ruin.</a:t>
            </a:r>
          </a:p>
          <a:p>
            <a:r>
              <a:t>▶ 9. Abū Bakr ؓ would fight the same way — Ibn al-Athīr: after the Prophet ﷺ, Abū Bakr ؓ fought the apostates the same way, with envoys.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Qays's and Fayrūz's words call al-Aswad a prophet (they said it to survive). Keep that line off the slide face</a:t>
            </a:r>
          </a:p>
          <a:p/>
          <a:p>
            <a:r>
              <a:t>BEAT 1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9 — AAA/E-AW09 · Qays is summoned</a:t>
            </a:r>
          </a:p>
          <a:p/>
          <a:p>
            <a:r>
              <a:t>  1. Al-Aswad summons Qays — Al-Aswad told Qays his shayṭān, as the books call it, had said: Qays now reaches for your kingdom.</a:t>
            </a:r>
          </a:p>
          <a:p>
            <a:r>
              <a:t>  2. Qays swears, and lies — Qays swore he would never think such a thing; Ibn Kathīr adds, flatly, that he lied.</a:t>
            </a:r>
          </a:p>
          <a:p>
            <a:r>
              <a:t>  3. "Now you have repented" — Al-Aswad accepted the oath: Qays, he said, had now repented.</a:t>
            </a:r>
          </a:p>
          <a:p>
            <a:r>
              <a:t>  4. He calls in the other three — Did I not raise you over your people? What is this I hear? They said: pardon us this once.</a:t>
            </a:r>
          </a:p>
          <a:p>
            <a:r>
              <a:t>  5. Out barely alive — They came out, Qays says, barely alive: al-Aswad still suspicious of them, and they in danger.</a:t>
            </a:r>
          </a:p>
          <a:p>
            <a:r>
              <a:t>  6. Qays comes in with ten men — Called in again, Qays came with ten men around him; al-Aswad could not kill him before them.</a:t>
            </a:r>
          </a:p>
          <a:p>
            <a:r>
              <a:t>  7. "I am ʿAbhala" — In al-Dhahabī's telling: is it from me that you shelter behind men? You want to kill me!</a:t>
            </a:r>
          </a:p>
          <a:p>
            <a:r>
              <a:t>  8. Qays offers his life; al-Aswad relents — Qays offered him his life; al-Aswad softened, and let him go.</a:t>
            </a:r>
          </a:p>
          <a:p>
            <a:r>
              <a:t>▶ 9. "Do what you have to do" — Qays walked out, passed his companions without sitting down, and said: do what you have to do.</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Qays's and Fayrūz's words call al-Aswad a prophet (they said it to survive). Keep that line off the slide face</a:t>
            </a:r>
          </a:p>
          <a:p/>
          <a:p>
            <a:r>
              <a:t>WHEN, as the card gives it: Ṣanʿāʾ, the days before the killing `[SOURCED]`</a:t>
            </a:r>
          </a:p>
          <a:p/>
          <a:p>
            <a:r>
              <a:t>AAA/E-AW09 · Qays is summoned</a:t>
            </a:r>
          </a:p>
          <a:p>
            <a:r>
              <a:t>Tier: GOOD   When: Ṣanʿāʾ, the days before the killing</a:t>
            </a:r>
          </a:p>
          <a:p/>
          <a:p>
            <a:r>
              <a:t>Al-Aswad summoned Qays. He told him the one who spoke to him — he called it the angel; the books call it his shayṭān — had said: you raised Qays up until he went in by every door and stood as high as you, and now he leans toward your enemy and reaches for your kingdom. Qays swore he would never think such a thing — and Ibn Kathīr adds, flatly, that he lied — swearing by al-Aswad's own nickname. Al-Aswad said: the angel spoke the truth, and now it knows you have repented. Then he called in the other three: did I not raise you over your people? What is this I hear? They said: pardon us this once. They came out, Qays says, barely alive — al-Aswad still suspicious of them, and they in danger. Later al-Aswad called Qays in again; Qays went in with ten men of his tribe around him, and al-Aswad could not kill him in front of them. In al-Dhahabī's telling he said: I am ʿAbhala — is it from me that you shelter behind men? Did I not tell you the truth, while you told me lies? You want to kill me! Qays offered him his life; al-Aswad softened, and let him go. Qays walked out, passed his companions without sitting down, and said three words.</a:t>
            </a:r>
          </a:p>
          <a:p/>
          <a:p>
            <a:r>
              <a:t>MAP: no movement — the map holds on **صنعاء**, and the slide carries the statement.</a:t>
            </a:r>
          </a:p>
          <a:p/>
          <a:p>
            <a:r>
              <a:t>عبرت: A man who needs an informer from the unseen to trust his own commanders has already lost them.</a:t>
            </a:r>
          </a:p>
          <a:p/>
          <a:p>
            <a:r>
              <a:t>STATEMENT (full rendering): "He softened towards him and let him be. Qays came out, passed by us, and said: 'Do what you have to do.' And he did not sit down with us."</a:t>
            </a:r>
          </a:p>
          <a:p/>
          <a:p>
            <a:r>
              <a:t>Source: الکامل فی التاریخ ج۲ ص۱۹۸</a:t>
            </a:r>
          </a:p>
          <a:p/>
          <a:p>
            <a:r>
              <a:t>ALSO IN THE CARD:</a:t>
            </a:r>
          </a:p>
          <a:p>
            <a:r>
              <a:t>⚠ Qays's and Fayrūz's words to al-Aswad in these scenes address him as a prophet — men lying to survive.</a:t>
            </a:r>
          </a:p>
          <a:p>
            <a:r>
              <a:t>**Keep those lines off the slide face.** Al-Dhahabī reads «فاقتلكم» where Ibn Kathīr reads «فأقيلكم» — keep</a:t>
            </a:r>
          </a:p>
          <a:p>
            <a:r>
              <a:t>both.</a:t>
            </a:r>
          </a:p>
          <a:p>
            <a:r>
              <a:t>**Also on the page:**</a:t>
            </a:r>
          </a:p>
          <a:p/>
          <a:p>
            <a:r>
              <a:t>&gt; فدعا قَيْس بن مكشوح، فقال له: يا قَيْسُ ما يقولُ هذا؟ قال: وما يقول؟ قال يقول: عمدت إلى قيس فأكرمته حتى إذا دخل منه كلَّ مدخل، وصار في العزّ مثلَكَ، مال ميلَ عدوّك، وحاول ملكك، وأضمرَ على الغَدْر</a:t>
            </a:r>
          </a:p>
          <a:p>
            <a:r>
              <a:t>&gt; — البدایہ والنہایہ ج۷ ص۱۵ · https://shamela.ws/book/30097/3161</a:t>
            </a:r>
          </a:p>
          <a:p>
            <a:r>
              <a:t>&gt; *English:* "He summoned Qays b. Makshūḥ and said: Qays, what is this one saying? He said: and what does</a:t>
            </a:r>
          </a:p>
          <a:p>
            <a:r>
              <a:t>&gt; he say? He said: he says — you took up Qays and honoured him, until he had gone in by every door and</a:t>
            </a:r>
          </a:p>
          <a:p>
            <a:r>
              <a:t>&gt; stood in honour like you; and then he leaned the way your enemy leans, reached for your kingdom, and</a:t>
            </a:r>
          </a:p>
          <a:p>
            <a:r>
              <a:t>&gt; hid treachery."</a:t>
            </a:r>
          </a:p>
          <a:p/>
          <a:p>
            <a:r>
              <a:t>&gt; فقال له قيس وحلف له فكذب: وذي الخمار لأنتَ أعظمُ في نفسي وأجلُّ عندي من أن أحدّث بك نفسي</a:t>
            </a:r>
          </a:p>
          <a:p>
            <a:r>
              <a:t>&gt; — البدایہ والنہایہ ج۷ ص۱۵ · https://shamela.ws/book/30097/3161</a:t>
            </a:r>
          </a:p>
          <a:p>
            <a:r>
              <a:t>&gt; *English:* "Qays swore to him — and lied: 'By Dhū al-Khimār, you are too great in my soul and too</a:t>
            </a:r>
          </a:p>
          <a:p>
            <a:r>
              <a:t>&gt; exalted with me for me to think such a thing of you.'"</a:t>
            </a:r>
          </a:p>
          <a:p/>
          <a:p>
            <a:r>
              <a:t>&gt; فقال: ألم أشَرِّفكم على قومكم؟ قالوا: بلى، قال: فماذا يبلغني عنكم؟ فقالوا: أقِلْنا مَرَّتنا هذه، فقال: لا يبلغني عنكم فأقيلكم، قال: فخرجنا من عنده ولم نكد، وهو في ارتيابٍ من أمرنا، ونحنُ على خطرٍ</a:t>
            </a:r>
          </a:p>
          <a:p>
            <a:r>
              <a:t>&gt; — البدایہ والنہایہ ج۷ ص۱۵ · https://shamela.ws/book/30097/3161</a:t>
            </a:r>
          </a:p>
          <a:p>
            <a:r>
              <a:t>&gt; *English:* "He said: did I not raise you above your people? They said: yes. He said: then what is this</a:t>
            </a:r>
          </a:p>
          <a:p>
            <a:r>
              <a:t>&gt; that reaches me about you? They said: pardon us this once. He said: let nothing reach me about you, and</a:t>
            </a:r>
          </a:p>
          <a:p>
            <a:r>
              <a:t>&gt; I will pardon you. We came out from him and barely did so — he suspicious of us, and we in danger."</a:t>
            </a:r>
          </a:p>
          <a:p/>
          <a:p>
            <a:r>
              <a:t>&gt; فدخل في عشرة فلم يقدر على قتله معهم، وقال: أنا عبهلة أمني تتحصن بالرجال؟ ألم أخبرك الحق وتخبرني الكذب، تريد قتلي!</a:t>
            </a:r>
          </a:p>
          <a:p>
            <a:r>
              <a:t>&gt; — سیر أعلام النبلاء (سير الخلفاء الراشدين) ص۳۰ · https://shamela.ws/book/10906/1178</a:t>
            </a:r>
          </a:p>
          <a:p>
            <a:r>
              <a:t>&gt; *English:* "He came in with ten, and he could not kill him with them there. He said: I am ʿAbhala — is</a:t>
            </a:r>
          </a:p>
          <a:p>
            <a:r>
              <a:t>&gt; it from me you shelter behind men? Did I not tell you the truth while you told me lies? You want to</a:t>
            </a:r>
          </a:p>
          <a:p>
            <a:r>
              <a:t>&gt; kill me!"</a:t>
            </a:r>
          </a:p>
          <a:p/>
          <a:p>
            <a:r>
              <a:t>The first two quotations are al-Aswad's "angel" speaking and Qays's lying oath «وذي الخمار» — **notes only**.</a:t>
            </a:r>
          </a:p>
          <a:p>
            <a:r>
              <a:t>Ibn al-Athīr has the ten as «فِي عَشَرَةٍ مِنْ مَذْحِجٍ وَهَمْدَانَ» (ج۲ ص۱۹۸).</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Ṣanʿāʾ, the days before the killing `[SOURCED]`</a:t>
            </a:r>
          </a:p>
          <a:p/>
          <a:p>
            <a:r>
              <a:t>AAA/E-AW10 · "Or kill him"</a:t>
            </a:r>
          </a:p>
          <a:p>
            <a:r>
              <a:t>Tier: CORE   When: Ṣanʿāʾ, the days before the killing</a:t>
            </a:r>
          </a:p>
          <a:p/>
          <a:p>
            <a:r>
              <a:t>One of them went in to the widow. In Ibn Kathīr it is Qays; in Ibn al-Athīr and al-Dhahabī it is Jishnas. He said: cousin, you know what this man has done to your people. He killed your husband. He pressed the killing hard among your family, and he dishonoured the women. Will you stand with us against him? She said: to do what? He said: to put him out. She said: or to kill him. He said: or to kill him. She said: yes. By Allah, Allah has not made a person more hateful to me. He stands for no right of Allah, and he stops at nothing sacred. When you have made up your minds, tell me — and I will tell you how it can be done.</a:t>
            </a:r>
          </a:p>
          <a:p/>
          <a:p>
            <a:r>
              <a:t>MAP: inside **صنعاء**, one mark: al-Aswad's palace. Nothing else moves.</a:t>
            </a:r>
          </a:p>
          <a:p/>
          <a:p>
            <a:r>
              <a:t>عبرت: The men came to her with half a plan; she was the one who finished the sentence.</a:t>
            </a:r>
          </a:p>
          <a:p/>
          <a:p>
            <a:r>
              <a:t>HANDS UP: Before her answer: *"Three men need someone inside the house. Who is the only person who can help them?"*</a:t>
            </a:r>
          </a:p>
          <a:p/>
          <a:p>
            <a:r>
              <a:t>STATEMENT (full rendering): "She said: or to kill him. I said: or to kill him. She said: yes — by Allah…"</a:t>
            </a:r>
          </a:p>
          <a:p/>
          <a:p>
            <a:r>
              <a:t>Source: البدایہ والنہایہ ج۷ ص۱۵</a:t>
            </a:r>
          </a:p>
          <a:p/>
          <a:p>
            <a:r>
              <a:t>ALSO IN THE CARD:</a:t>
            </a:r>
          </a:p>
          <a:p>
            <a:r>
              <a:t>**Also on the page:**</a:t>
            </a:r>
          </a:p>
          <a:p/>
          <a:p>
            <a:r>
              <a:t>&gt; فدخلت على امرأته زاذ، فقلت: يا ابنةَ عمّي قد عرفت بلاءَ هذا الرجل عند قومك، قتلَ زوجَك، وطأطأ في قومك القتلَ، وفضحَ النساءَ، فهل عندك ممالأةٌ عليه؟</a:t>
            </a:r>
          </a:p>
          <a:p>
            <a:r>
              <a:t>&gt; — البدایہ والنہایہ ج۷ ص۱۵ · https://shamela.ws/book/30097/3161</a:t>
            </a:r>
          </a:p>
          <a:p>
            <a:r>
              <a:t>&gt; *English:* "I went in to his wife Zādh and said: cousin, you know what this man has done to your</a:t>
            </a:r>
          </a:p>
          <a:p>
            <a:r>
              <a:t>&gt; people — he killed your husband, pressed the killing hard among your people, and dishonoured the</a:t>
            </a:r>
          </a:p>
          <a:p>
            <a:r>
              <a:t>&gt; women. Will you side with us against him?"</a:t>
            </a:r>
          </a:p>
          <a:p/>
          <a:p>
            <a:r>
              <a:t>&gt; فما يقومُ لله على حقٍّ ولا ينتهي له عن حرمة، فإذا عزمتمْ أخبروني أعلمكم بما في هذا الأمر</a:t>
            </a:r>
          </a:p>
          <a:p>
            <a:r>
              <a:t>&gt; — البدایہ والنہایہ ج۷ ص۱۵ · https://shamela.ws/book/30097/3161</a:t>
            </a:r>
          </a:p>
          <a:p>
            <a:r>
              <a:t>&gt; *English:* "He does not stand for any right of Allah, and he stops at nothing sacred. When you have</a:t>
            </a:r>
          </a:p>
          <a:p>
            <a:r>
              <a:t>&gt; decided, tell me, and I will tell you how the thing can be done."</a:t>
            </a:r>
          </a:p>
          <a:p/>
          <a:p>
            <a:r>
              <a:t>&gt; قَالَ: فَدَخَلْتُ عَلَى آزَادَ، وَهِيَ امْرَأَتُهُ الَّتِي تَزَوَّجَهَا بَعْدَ قَتْلِ زَوْجِهَا شَهْرِ بْنِ بَاذَانَ</a:t>
            </a:r>
          </a:p>
          <a:p>
            <a:r>
              <a:t>&gt; — الکامل فی التاریخ ج۲ ص۱۹۸ · https://shamela.ws/book/21712/889</a:t>
            </a:r>
          </a:p>
          <a:p>
            <a:r>
              <a:t>&gt; *English:* "He said: I went in to Āzād — his wife, whom he had married after the killing of her</a:t>
            </a:r>
          </a:p>
          <a:p>
            <a:r>
              <a:t>&gt; husband Shahr b. Bādhān."</a:t>
            </a:r>
          </a:p>
          <a:p/>
          <a:p>
            <a:r>
              <a:t>⚠ **Who went in to her differs:** Qays in البدایہ («قال قيس»); the narrator Jishnas in الکامل and سیر</a:t>
            </a:r>
          </a:p>
          <a:p>
            <a:r>
              <a:t>الراشدون ص۳۰. Both agree on what she said. Say "one of them" aloud, or name the book.</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AAA/E-AW10 · "Or kill him"</a:t>
            </a:r>
          </a:p>
          <a:p/>
          <a:p>
            <a:r>
              <a:t>  1. One of them goes in to the widow — Ibn Kathīr says it was Qays; Ibn al-Athīr and al-Dhahabī say Jishnas. The reports differ.</a:t>
            </a:r>
          </a:p>
          <a:p>
            <a:r>
              <a:t>  2. "He killed your husband" — Cousin, he killed your husband, pressed the killing among your family, dishonoured the women. Will you stand with us?</a:t>
            </a:r>
          </a:p>
          <a:p>
            <a:r>
              <a:t>  3. "Or to kill him" — She asked: to do what? To put him out, he said. She said: or to kill him.</a:t>
            </a:r>
          </a:p>
          <a:p>
            <a:r>
              <a:t>  4. She says yes — He said: or to kill him. She said: yes. By Allah, Allah has made no person more hateful to me.</a:t>
            </a:r>
          </a:p>
          <a:p>
            <a:r>
              <a:t>  5. "He stops at nothing sacred" — He stands for no right of Allah, and he stops at nothing sacred.</a:t>
            </a:r>
          </a:p>
          <a:p>
            <a:r>
              <a:t>▶ 6. "I will tell you how" — When you have made up your minds, tell me, and I will tell you how it can be done.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AAA/E-AW11 · A hundred beasts, and a spear</a:t>
            </a:r>
          </a:p>
          <a:p/>
          <a:p>
            <a:r>
              <a:t>  1. A hundred beasts behind a line — Al-Aswad had a hundred cattle and camels brought, drew a line on the ground, and stood them behind it.</a:t>
            </a:r>
          </a:p>
          <a:p>
            <a:r>
              <a:t>  2. Not one crossed the line — He slaughtered them untethered and unhobbled; not one crossed the line. They milled until they died.</a:t>
            </a:r>
          </a:p>
          <a:p>
            <a:r>
              <a:t>  3. "Nor a day more desolate" — Qays said he never saw a thing more dreadful, nor a day more desolate.</a:t>
            </a:r>
          </a:p>
          <a:p>
            <a:r>
              <a:t>  4. The spear shown to Fayrūz ؓ — Al-Aswad turned to Fayrūz ؓ: I had a mind to slaughter you after these beasts. He showed him the spear.</a:t>
            </a:r>
          </a:p>
          <a:p>
            <a:r>
              <a:t>  5. Sent to divide the meat — Fayrūz ؓ talked his way out, and was sent to divide the meat among the people of Ṣanʿāʾ.</a:t>
            </a:r>
          </a:p>
          <a:p>
            <a:r>
              <a:t>  6. A man informing on him — Hurrying back, Fayrūz ؓ found a man informing on him.</a:t>
            </a:r>
          </a:p>
          <a:p>
            <a:r>
              <a:t>▶ 7. "I will kill him tomorrow" — He heard al-Aswad say: I will kill him tomorrow, and his companions.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the last day before the killing `[SOURCED]`</a:t>
            </a:r>
          </a:p>
          <a:p/>
          <a:p>
            <a:r>
              <a:t>AAA/E-AW11 · A hundred beasts, and a spear</a:t>
            </a:r>
          </a:p>
          <a:p>
            <a:r>
              <a:t>Tier: CORE   When: the last day before the killing</a:t>
            </a:r>
          </a:p>
          <a:p/>
          <a:p>
            <a:r>
              <a:t>Then al-Aswad came out to them. He had a hundred head of cattle and camels brought. He drew a line on the ground, had the animals stood behind it, and stood on the other side — and slaughtered them, untethered and unhobbled, and not one of them crossed the line; they milled until they died. Qays said he never saw a thing more dreadful, nor a day more desolate. Then al-Aswad turned to Fayrūz: is what I hear about you true? I had a mind to slaughter you and send you after these beasts — and he showed him the spear. Fayrūz talked his way out, and was sent to divide the meat among the people of Ṣanʿāʾ. When he hurried back, he found a man informing on him, and heard al-Aswad say: I will kill him tomorrow, and his companions.</a:t>
            </a:r>
          </a:p>
          <a:p/>
          <a:p>
            <a:r>
              <a:t>MAP: none — full-bleed statement slide.</a:t>
            </a:r>
          </a:p>
          <a:p/>
          <a:p>
            <a:r>
              <a:t>عبرت: Terror bought him one more day, and it told his enemies exactly how much time they had.</a:t>
            </a:r>
          </a:p>
          <a:p/>
          <a:p>
            <a:r>
              <a:t>STATEMENT (full rendering): "And al-Aswad was saying: I will kill him tomorrow, and his companions — bring him to me in the morning."</a:t>
            </a:r>
          </a:p>
          <a:p/>
          <a:p>
            <a:r>
              <a:t>Source: البدایہ والنہایہ ج۷ ص۱۶</a:t>
            </a:r>
          </a:p>
          <a:p/>
          <a:p>
            <a:r>
              <a:t>ALSO IN THE CARD:</a:t>
            </a:r>
          </a:p>
          <a:p>
            <a:r>
              <a:t>**Also on the page:**</a:t>
            </a:r>
          </a:p>
          <a:p/>
          <a:p>
            <a:r>
              <a:t>&gt; إذ خرجَ الأسودُ عليهم وقد جمعَ له مئةً ما بين بقرةٍ وبعيرٍ، فقام وخطَّ خطًا وأقيمت من ورائه، وقام دونها، فنحرها، غير مُحْبَسَةٍ ولا مُعقَّلة، ما يقتحم الخطّ منها شيء، فجالت إلى أن زهقت أرواحها، قال قيس: فما رأيتُ أمرًا كانَ أفظعَ منه، ولا يومًا أوحشَ منه</a:t>
            </a:r>
          </a:p>
          <a:p>
            <a:r>
              <a:t>&gt; — البدایہ والنہایہ ج۷ ص۱۶ · https://shamela.ws/book/30097/3162</a:t>
            </a:r>
          </a:p>
          <a:p>
            <a:r>
              <a:t>&gt; *English:* "Al-Aswad came out on them, having gathered a hundred head, cattle and camels. He stood, drew</a:t>
            </a:r>
          </a:p>
          <a:p>
            <a:r>
              <a:t>&gt; a line, had them stood behind it, and stood on the near side — and slaughtered them, neither tethered</a:t>
            </a:r>
          </a:p>
          <a:p>
            <a:r>
              <a:t>&gt; nor hobbled, and not one of them crossed the line; they milled about until their lives went out. Qays</a:t>
            </a:r>
          </a:p>
          <a:p>
            <a:r>
              <a:t>&gt; said: I never saw a thing more dreadful, nor a day more desolate."</a:t>
            </a:r>
          </a:p>
          <a:p/>
          <a:p>
            <a:r>
              <a:t>&gt; ثم قال الأسود: أحقٌّ ما بلغني عنكَ يا فيروز؟ لقد هممت أن أنحركَ فالحقكَ بهذه البهيمة، وأبدى له الحربةَ</a:t>
            </a:r>
          </a:p>
          <a:p>
            <a:r>
              <a:t>&gt; — البدایہ والنہایہ ج۷ ص۱۶ · https://shamela.ws/book/30097/3162</a:t>
            </a:r>
          </a:p>
          <a:p>
            <a:r>
              <a:t>&gt; *English:* "Then al-Aswad said: is what reaches me about you true, Fayrūz? I had a mind to slaughter</a:t>
            </a:r>
          </a:p>
          <a:p>
            <a:r>
              <a:t>&gt; you and send you after these beasts — and he showed him the spear."</a:t>
            </a:r>
          </a:p>
          <a:p/>
          <a:p>
            <a:r>
              <a:t>Qays's closing line «فما رأيتُ أمرًا كانَ أفظعَ منه، ولا يومًا أوحشَ منه» is a strong second line if the slide</a:t>
            </a:r>
          </a:p>
          <a:p>
            <a:r>
              <a:t>has room. ⚠ Fayrūz's reply to the spear addresses al-Aswad as a prophet in order to survive — **notes</a:t>
            </a:r>
          </a:p>
          <a:p>
            <a:r>
              <a:t>only**, never the face. Al-Dhahabī's narrator adds that he gave "a camel to each group and a cow to each</a:t>
            </a:r>
          </a:p>
          <a:p>
            <a:r>
              <a:t>household" when he divided the meat (الراشدون ص۳۱).</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for AAA/E-AW12 and AW13 — the floor plan the Map: line asks for.</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AAA/E-AW12 · The one room without a guard</a:t>
            </a:r>
          </a:p>
          <a:p>
            <a:r>
              <a:t>Tier: CORE   When: the evening before the killing `[SOURCED]`</a:t>
            </a:r>
          </a:p>
          <a:p/>
          <a:p>
            <a:r>
              <a:t>They went back to the woman. She said: every room in this house has guards around it except this one. Its back wall is on the road. When it is evening, dig through from outside the guard — there is nothing between you and him — and I will leave a lamp and a weapon in the room. As her visitor came out, al-Aswad met him: what brought you in to my household? — and struck him on the head so hard that he fell. She screamed, and said: it is my cousin, come to visit me. He said: be quiet; I give him to you. The man ran to the others: we must go, now. They did not know what to do. Then a message came from her: do not turn back from what you decided. Fayrūz went in, loosened the lining of that wall from the inside so the digging would be quick, and sat with her openly like a guest. Al-Aswad walked in, and jealousy took him; she told him Fayrūz was her foster-brother and her cousin, and he threw him out.</a:t>
            </a:r>
          </a:p>
          <a:p/>
          <a:p>
            <a:r>
              <a:t>MAP: a floor-plan diagram, not a map — a house with guards drawn round every room but one, and that room's back wall on the road.</a:t>
            </a:r>
          </a:p>
          <a:p/>
          <a:p>
            <a:r>
              <a:t>عبرت: The house was guarded at every door, and undone through a wall by the one person he never thought to guard against.</a:t>
            </a:r>
          </a:p>
          <a:p/>
          <a:p>
            <a:r>
              <a:t>STATEMENT (full rendering): "There is no room in the house but the guards surround it — except this room. Its back is on such-and-such a place in the road. When evening comes, dig through to it from outside the guard."</a:t>
            </a:r>
          </a:p>
          <a:p/>
          <a:p>
            <a:r>
              <a:t>Source: البدایہ والنہایہ ج۷ ص۱۶</a:t>
            </a:r>
          </a:p>
          <a:p/>
          <a:p>
            <a:r>
              <a:t>ALSO IN THE CARD:</a:t>
            </a:r>
          </a:p>
          <a:p>
            <a:r>
              <a:t>**Who was struck** — Fayrūz in البدایہ; Jishnas in الکامل and سیر. Say "one of them" aloud.</a:t>
            </a:r>
          </a:p>
          <a:p>
            <a:r>
              <a:t>**Also on the page:**</a:t>
            </a:r>
          </a:p>
          <a:p/>
          <a:p>
            <a:r>
              <a:t>&gt; فقال له: ما أدخلك على أهلي؟ ووجأ رأسه، وكان الأسود شديدًا، فصاحت المرأةُ فأدهشته عنه، ولولا ذلك لقتله، وقالت: ابنُ عميّ جاءني زائرًا، فقال: اسكتي لا أبا لك، قد وهبتُه لكِ</a:t>
            </a:r>
          </a:p>
          <a:p>
            <a:r>
              <a:t>&gt; — البدایہ والنہایہ ج۷ ص۱۶ · https://shamela.ws/book/30097/3162</a:t>
            </a:r>
          </a:p>
          <a:p>
            <a:r>
              <a:t>&gt; *English:* "He said to him: what brought you in to my household? — and struck him on the head; al-Aswad</a:t>
            </a:r>
          </a:p>
          <a:p>
            <a:r>
              <a:t>&gt; was powerful. The woman screamed and startled him off him — had she not, he would have killed him — and</a:t>
            </a:r>
          </a:p>
          <a:p>
            <a:r>
              <a:t>&gt; she said: my cousin came to visit me. He said: be quiet, curse you; I give him to you."</a:t>
            </a:r>
          </a:p>
          <a:p/>
          <a:p>
            <a:r>
              <a:t>&gt; فبعثت المرأةُ إليهم تقولُ لهم: لا تَنْثنوا عما كنتم عازمين عليه</a:t>
            </a:r>
          </a:p>
          <a:p>
            <a:r>
              <a:t>&gt; — البدایہ والنہایہ ج۷ ص۱۶ · https://shamela.ws/book/30097/3162</a:t>
            </a:r>
          </a:p>
          <a:p>
            <a:r>
              <a:t>&gt; *English:* "The woman sent to them, saying: do not turn back from what you had resolved on."</a:t>
            </a:r>
          </a:p>
          <a:p/>
          <a:p>
            <a:r>
              <a:t>&gt; فَدَخَلَ عَلَيْهَا الْأَسْوَدُ فَأَخَذَتْهُ غَيْرَةٌ، فَأَخْبَرَتْهُ بِرَضَاعٍ وَقَرَابَةٍ مِنْهَا عِنْدَهُ مَحْرَمٌ، فَأَخْرَجَهُ</a:t>
            </a:r>
          </a:p>
          <a:p>
            <a:r>
              <a:t>&gt; — الکامل فی التاریخ ج۲ ص۱۹۹ · https://shamela.ws/book/21712/890</a:t>
            </a:r>
          </a:p>
          <a:p>
            <a:r>
              <a:t>&gt; *English:* "Al-Aswad came in on her and jealousy seized him; she told him of a suckling-bond and a</a:t>
            </a:r>
          </a:p>
          <a:p>
            <a:r>
              <a:t>&gt; kinship with her that made him a maḥram — and he put him out."</a:t>
            </a:r>
          </a:p>
          <a:p/>
          <a:p>
            <a:r>
              <a:t>Ibn Kathīr's wording of her answer: «إنه أخي من الرضاعة، وهو ابن عمي» (ج۷ ص۱۶).</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AAA/E-AW12 · The one room without a guard</a:t>
            </a:r>
          </a:p>
          <a:p/>
          <a:p>
            <a:r>
              <a:t>  1. The widow: every room guarded but one — Every room in this house has guards around it except this one. Its back wall is on the road.</a:t>
            </a:r>
          </a:p>
          <a:p>
            <a:r>
              <a:t>  2. A lamp and a weapon left ready — At evening, dig through from outside the guard. I will leave a lamp and a weapon in the room.</a:t>
            </a:r>
          </a:p>
          <a:p>
            <a:r>
              <a:t>  3. "What brought you in to my household?" — Al-Aswad met her visitor coming out and struck him down. Ibn Kathīr: Fayrūz ؓ; Ibn al-Athīr and al-Dhahabī: Jishnas.</a:t>
            </a:r>
          </a:p>
          <a:p>
            <a:r>
              <a:t>  4. "My cousin, come to visit me" — She screamed: it is my cousin, come to visit me. He said: be quiet; I give him to you.</a:t>
            </a:r>
          </a:p>
          <a:p>
            <a:r>
              <a:t>  5. "We must go, now" — The struck man ran to the others: we must go, now. They did not know what to do.</a:t>
            </a:r>
          </a:p>
          <a:p>
            <a:r>
              <a:t>  6. "Do not turn back" — Then a message came from her: do not turn back from what you decided.</a:t>
            </a:r>
          </a:p>
          <a:p>
            <a:r>
              <a:t>  7. Fayrūz ؓ loosens the wall — Fayrūz ؓ went in, loosened the wall's lining from inside to speed the digging, and sat with her openly.</a:t>
            </a:r>
          </a:p>
          <a:p>
            <a:r>
              <a:t>▶ 8. "My foster-brother, and my cousin" — Al-Aswad walked in and jealousy took him. She said Fayrūz ؓ was her foster-brother and cousin; he threw him out.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Who struck the blow: the reports differ. Narrate, do not choose</a:t>
            </a:r>
          </a:p>
          <a:p/>
          <a:p>
            <a:r>
              <a:t>BEAT 1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`[SOURCED, disputed]` Rabīʿ al-Awwal 11 AH, some nights before the Prophet's ﷺ death, or one night</a:t>
            </a:r>
          </a:p>
          <a:p/>
          <a:p>
            <a:r>
              <a:t>AAA/E-AW13 · The lamp under the bowl</a:t>
            </a:r>
          </a:p>
          <a:p>
            <a:r>
              <a:t>Tier: CORE   When: Rabīʿ I 11 AH</a:t>
            </a:r>
          </a:p>
          <a:p/>
          <a:p>
            <a:r>
              <a:t>At night they dug through the wall and went in. There was a lamp in the room, covered by a bowl. Fayrūz went first — the strongest of them. Al-Aswad was asleep on a bed of silk, drunk, snoring, and the woman was sitting beside him. As Fayrūz reached the door, the sleeping man sat up, and a voice came out of him, still snoring: what have I to do with you, Fayrūz? Fayrūz knew that if he turned back now, he and the woman were both dead. He threw himself on him — a man, the books say, like a camel — took him by the head and broke his neck. The woman caught at his clothes, thinking it was not done. He said: I have killed him, and freed you of him. The others came in to finish it. The sound that came out of the body brought the guards running: what is this? And the woman said: the prophet is receiving revelation. And the guards went away.</a:t>
            </a:r>
          </a:p>
          <a:p/>
          <a:p>
            <a:r>
              <a:t>MAP: the same floor-plan; a line through the back wall into the room.</a:t>
            </a:r>
          </a:p>
          <a:p/>
          <a:p>
            <a:r>
              <a:t>عبرت: The same claim that had frightened a country sent his own guards away from his door.</a:t>
            </a:r>
          </a:p>
          <a:p/>
          <a:p>
            <a:r>
              <a:t>STATEMENT (full rendering): "The woman said: the prophet is receiving revelation — and they fell quiet."</a:t>
            </a:r>
          </a:p>
          <a:p/>
          <a:p>
            <a:r>
              <a:t>Source: الکامل فی التاریخ ج۲ ص۱۹۹</a:t>
            </a:r>
          </a:p>
          <a:p/>
          <a:p>
            <a:r>
              <a:t>ALSO IN THE CARD:</a:t>
            </a:r>
          </a:p>
          <a:p>
            <a:r>
              <a:t>⚠ NOT FOR THE SLIDE FACE: the statement is the widow telling al-Aswad's guards that "the prophet" is</a:t>
            </a:r>
          </a:p>
          <a:p>
            <a:r>
              <a:t>receiving revelation — words said to save lives. Keep the Arabic and its rendering in the notes.</a:t>
            </a:r>
          </a:p>
          <a:p>
            <a:r>
              <a:t>**Also on the page:**</a:t>
            </a:r>
          </a:p>
          <a:p/>
          <a:p>
            <a:r>
              <a:t>&gt; فلما كان الليلُ نقبوا ذلك البيتَ فدخلوا فوجدوا فيه سراجًا تحتَ جفنةٍ فتقدّم إليه فيروز الديلمي والأسود نائمٌ على فراشٍ من حرير، قد غرقَ رأسُه في جسده، وهو سكرانُ يغطُّ، والمرأةُ جالسةٌ عنده، فلما قام فيروزُ على الباب أجلسَه شيطانهُ وتكلَّم على لسانه - وهو مع ذلك يغطُّ - فقال: مالي ومالكَ يا فيروزُ؟</a:t>
            </a:r>
          </a:p>
          <a:p>
            <a:r>
              <a:t>&gt; — البدایہ والنہایہ ج۷ ص۱۶ · https://shamela.ws/book/30097/3162</a:t>
            </a:r>
          </a:p>
          <a:p>
            <a:r>
              <a:t>&gt; *English:* "When night came they dug through into that room and went in, and found a lamp in it under a</a:t>
            </a:r>
          </a:p>
          <a:p>
            <a:r>
              <a:t>&gt; bowl. Fayrūz al-Daylamī went forward. Al-Aswad was asleep on a bed of silk, his head sunk into his</a:t>
            </a:r>
          </a:p>
          <a:p>
            <a:r>
              <a:t>&gt; body, drunk and snoring, and the woman sitting beside him. When Fayrūz stood at the door, his shayṭān</a:t>
            </a:r>
          </a:p>
          <a:p>
            <a:r>
              <a:t>&gt; sat him up and spoke on his tongue — while he still snored — and said: what have I to do with you,</a:t>
            </a:r>
          </a:p>
          <a:p>
            <a:r>
              <a:t>&gt; Fayrūz?"</a:t>
            </a:r>
          </a:p>
          <a:p/>
          <a:p>
            <a:r>
              <a:t>&gt; فَخَشِيَ إِنْ رَجَعَ أَنْ يَهْلِكَ وَتَهْلِكَ الْمَرْأَةُ، فَعَاجَلَهُ وَخَالَطَهُ وَهُوَ مِثْلُ الْجَمَلِ، فَأَخَذَ بِرَأْسِهِ فَقَتَلَهُ وَدَقَّ عُنُقَهُ</a:t>
            </a:r>
          </a:p>
          <a:p>
            <a:r>
              <a:t>&gt; — الکامل فی التاریخ ج۲ ص۱۹۹ · https://shamela.ws/book/21712/890</a:t>
            </a:r>
          </a:p>
          <a:p>
            <a:r>
              <a:t>&gt; *English:* "He feared that if he turned back he would be killed and the woman with him; so he was on him</a:t>
            </a:r>
          </a:p>
          <a:p>
            <a:r>
              <a:t>&gt; at once and grappled him — and al-Aswad was like a camel — took him by the head, killed him and broke</a:t>
            </a:r>
          </a:p>
          <a:p>
            <a:r>
              <a:t>&gt; his neck."</a:t>
            </a:r>
          </a:p>
          <a:p/>
          <a:p>
            <a:r>
              <a:t>&gt; فَأَخَذَتِ الْمَرْأَةُ بِثَوْبِهِ وَهِيَ تَرَى أَنَّهُ لَمْ يَقْتُلْهُ. فَقَالَ: قَدْ قَتَلْتُهُ وَأَرَحْتُكِ مِنْهُ</a:t>
            </a:r>
          </a:p>
          <a:p>
            <a:r>
              <a:t>&gt; — الکامل فی التاریخ ج۲ ص۱۹۹ · https://shamela.ws/book/21712/890</a:t>
            </a:r>
          </a:p>
          <a:p>
            <a:r>
              <a:t>&gt; *English:* "The woman caught hold of his garment, thinking he had not killed him. He said: I have killed</a:t>
            </a:r>
          </a:p>
          <a:p>
            <a:r>
              <a:t>&gt; him, and freed you of him."</a:t>
            </a:r>
          </a:p>
          <a:p/>
          <a:p>
            <a:r>
              <a:t>Why Fayrūz went first: «كَانَ أَشَدَّنَا» — the strongest of us (الکامل ج۲ ص۱۹۹); «وكان أنجدنا» — the boldest</a:t>
            </a:r>
          </a:p>
          <a:p>
            <a:r>
              <a:t>of us (سیر الراشدون ص۳۱).</a:t>
            </a:r>
          </a:p>
          <a:p>
            <a:r>
              <a:t>⚠ **Who took the head is not agreed** — "the other" (البدایہ), Jishnas (الکامل), unnamed (سیر). **Say:</a:t>
            </a:r>
          </a:p>
          <a:p>
            <a:r>
              <a:t>Fayrūz killed him; the others were with him.** That much is also in al-Bukhārī's text (البدایہ ج۵ ص۲۲).</a:t>
            </a:r>
          </a:p>
          <a:p>
            <a:r>
              <a:t>Tell the physical detail once, plainly, and move on.</a:t>
            </a:r>
          </a:p>
          <a:p/>
          <a:p>
            <a:r>
              <a:t>From: Yemen I: al-Aswad al-ʿAnsī, from the Abnāʾ to the dawn adhān</a:t>
            </a:r>
          </a:p>
          <a:p/>
          <a:p>
            <a:r>
              <a:t>BEAT 8 of 8 — AAA/E-AW13 · The lamp under the bowl</a:t>
            </a:r>
          </a:p>
          <a:p/>
          <a:p>
            <a:r>
              <a:t>  1. Through the wall by night — At night they dug through the wall and went in. A lamp was in the room, under a bowl.</a:t>
            </a:r>
          </a:p>
          <a:p>
            <a:r>
              <a:t>  2. Fayrūz ؓ goes first — Fayrūz ؓ went in first, the strongest of them.</a:t>
            </a:r>
          </a:p>
          <a:p>
            <a:r>
              <a:t>  3. Asleep on silk, drunk, snoring — Al-Aswad was asleep on a bed of silk, drunk and snoring; the woman sat beside him.</a:t>
            </a:r>
          </a:p>
          <a:p>
            <a:r>
              <a:t>  4. His shayṭān speaks, as Ibn Kathīr tells it — Fayrūz ؓ reached the door; al-Aswad sat up, still snoring; a voice said: what have I to do with you?</a:t>
            </a:r>
          </a:p>
          <a:p>
            <a:r>
              <a:t>  5. No turning back — Fayrūz ؓ knew that if he turned back now, he and the woman were both dead.</a:t>
            </a:r>
          </a:p>
          <a:p>
            <a:r>
              <a:t>  6. Fayrūz ؓ kills him — Fayrūz ؓ threw himself on him, a man like a camel, and killed him; the others were with him.</a:t>
            </a:r>
          </a:p>
          <a:p>
            <a:r>
              <a:t>  7. "I have killed him, and freed you" — She caught at his clothes, thinking it not done. He said: I have killed him, and freed you of him.</a:t>
            </a:r>
          </a:p>
          <a:p>
            <a:r>
              <a:t>▶ 8. The guards sent away — The others came in to finish it; the noise brought the guards. The woman answered them, and they left.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dawn adhān</a:t>
            </a:r>
          </a:p>
          <a:p/>
          <a:p>
            <a:r>
              <a:t>BEAT 1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dawn adhān</a:t>
            </a:r>
          </a:p>
          <a:p/>
          <a:p>
            <a:r>
              <a:t>AAA/E-AW14 · "And that ʿAbhala is a liar"</a:t>
            </a:r>
          </a:p>
          <a:p>
            <a:r>
              <a:t>Tier: CORE   When: the dawn after the killing `[SOURCED]`</a:t>
            </a:r>
          </a:p>
          <a:p/>
          <a:p>
            <a:r>
              <a:t>They sat through the rest of the night deciding how to tell their own side, and agreed on a signal at first light. At dawn one of them climbed the wall of the fortress — Ibn Kathīr says Qays, or it is said Wabr; Jishnas says he did it himself — and called the adhān to a crowd of Muslims and unbelievers gathering below, with a new sentence in it. And he threw the head down to them. In al-Dhahabī's telling, Dādhawayh first called out their agreed signal, and Wabr gave the iqāma for the prayer. Al-Aswad's horsemen broke — but not before they raided the town, plundered, and snatched a great many children. The people of Ṣanʿāʾ held on to whichever of his men were in their houses, and when his riders counted, seventy of them were missing. So the two sides exchanged: yours for ours. His riders were left going back and forth between Ṣanʿāʾ and Najrān. The governors came back to their districts. The three men competed for the command, and settled on Muʿādh b. Jabal to lead the prayer. And they wrote the news to the Messenger of Allah ﷺ.</a:t>
            </a:r>
          </a:p>
          <a:p/>
          <a:p>
            <a:r>
              <a:t>MAP: **صنعاء** turns from red to blue. Short red flickers leave it towards **نجران** and stay in between — his horsemen, not yet gone.</a:t>
            </a:r>
          </a:p>
          <a:p/>
          <a:p>
            <a:r>
              <a:t>عبرت: The rising was ended with the words of the adhān — and, the same morning, the victors were already competing for command.</a:t>
            </a:r>
          </a:p>
          <a:p/>
          <a:p>
            <a:r>
              <a:t>STATEMENT (full rendering): "…I bear witness that Muḥammad is the Messenger of Allah, and that ʿAbhala is a liar…"</a:t>
            </a:r>
          </a:p>
          <a:p/>
          <a:p>
            <a:r>
              <a:t>Source: البدایہ والنہایہ ج۷ ص۱۷</a:t>
            </a:r>
          </a:p>
          <a:p/>
          <a:p>
            <a:r>
              <a:t>ALSO IN THE CARD:</a:t>
            </a:r>
          </a:p>
          <a:p>
            <a:r>
              <a:t>**Also on the page:**</a:t>
            </a:r>
          </a:p>
          <a:p/>
          <a:p>
            <a:r>
              <a:t>&gt; ثم ناديت بالأذان، وتوافت خيولهم إلى الحرس، فنادينهم: أشهد أن محمدا رسول الله، وأن عبهلة كذاب، وألقينا إليهم الرأس، وأقام وبر الصلاة</a:t>
            </a:r>
          </a:p>
          <a:p>
            <a:r>
              <a:t>&gt; — سیر أعلام النبلاء (سير الخلفاء الراشدين) ص۳۲ · https://shamela.ws/book/10906/1180</a:t>
            </a:r>
          </a:p>
          <a:p>
            <a:r>
              <a:t>&gt; *English:* "Then I called the adhān — their horsemen were gathering to the guard — and we called out to</a:t>
            </a:r>
          </a:p>
          <a:p>
            <a:r>
              <a:t>&gt; them: 'I bear witness that Muḥammad is the Messenger of Allah, and that ʿAbhala is a liar,' and we threw</a:t>
            </a:r>
          </a:p>
          <a:p>
            <a:r>
              <a:t>&gt; the head down to them; and Wabr called the iqāma for the prayer."</a:t>
            </a:r>
          </a:p>
          <a:p/>
          <a:p>
            <a:r>
              <a:t>&gt; وَأَحَاطَ بِنَا أَصْحَابُهُ وَحَرَسُهُ، وَشَنُّوا الْغَارَةَ، وَأَخَذُوا صِبْيَانًا كَثِيرَةً وَانْتَهَبُوا. فَنَادَيْنَا أَهْلَ صَنْعَاءَ مَنْ عِنْدَهُ مِنْهُمْ فَأَمْسِكْهُ، فَفَعَلُوا. فَلَمَّا خَرَجَ أَصْحَابُهُ فَقَدُوا سَبْعِينَ رَجُلًا، فَرَاسَلُونَا، وَرَاسَلْنَاهُمْ عَلَى أَنْ يَتْرُكُوا لَنَا مَا فِي أَيْدِيهِمْ، وَنَتْرُكَ مَا فِي أَيْدِينَا، فَفَعَلْنَا</a:t>
            </a:r>
          </a:p>
          <a:p>
            <a:r>
              <a:t>&gt; — الکامل فی التاریخ ج۲ ص۱۹۹ · https://shamela.ws/book/21712/890</a:t>
            </a:r>
          </a:p>
          <a:p>
            <a:r>
              <a:t>&gt; *English:* "His companions and his guard surrounded us and raided, seized a great many children, and</a:t>
            </a:r>
          </a:p>
          <a:p>
            <a:r>
              <a:t>&gt; plundered. We called to the people of Ṣanʿāʾ: whoever has one of them in his house, hold him — and they</a:t>
            </a:r>
          </a:p>
          <a:p>
            <a:r>
              <a:t>&gt; did. When his people got out, they found seventy men missing. They sent to us and we sent to them: they</a:t>
            </a:r>
          </a:p>
          <a:p>
            <a:r>
              <a:t>&gt; would leave us what was in their hands, and we would leave what was in ours. And we did."</a:t>
            </a:r>
          </a:p>
          <a:p/>
          <a:p>
            <a:r>
              <a:t>&gt; وتنافسنا الإمارة، وتراجع أصحاب رسول الله صلى الله عليه وسلم، فاصطلحنا على معاذ بن جبل، فكان يصلي بنا</a:t>
            </a:r>
          </a:p>
          <a:p>
            <a:r>
              <a:t>&gt; — سیر أعلام النبلاء (سير الخلفاء الراشدين) ص۳۲ · https://shamela.ws/book/10906/1180</a:t>
            </a:r>
          </a:p>
          <a:p>
            <a:r>
              <a:t>&gt; *English:* "We competed for the command; the Companions of the Messenger of Allah ﷺ came back; and we</a:t>
            </a:r>
          </a:p>
          <a:p>
            <a:r>
              <a:t>&gt; made peace with one another on Muʿādh b. Jabal, and he led us in prayer."</a:t>
            </a:r>
          </a:p>
          <a:p/>
          <a:p>
            <a:r>
              <a:t>&gt; وتراجعَ نواب رسول الله ﷺ إلى أعمالهم وتنازعَ أولئك الثلاثةُ في الإمارة، ثم اتَّفقوا على معاذِ بن جَبَلٍ يصلّي بالناس، وكتبوا بالخبر إلى رسولِ الله ﷺ</a:t>
            </a:r>
          </a:p>
          <a:p>
            <a:r>
              <a:t>&gt; — البدایہ والنہایہ ج۷ ص۱۷ · https://shamela.ws/book/30097/3163</a:t>
            </a:r>
          </a:p>
          <a:p>
            <a:r>
              <a:t>&gt; *English:* "The deputies of the Messenger of Allah ﷺ went back to their districts. Those three</a:t>
            </a:r>
          </a:p>
          <a:p>
            <a:r>
              <a:t>&gt; disputed over the command, then agreed on Muʿādh b. Jabal to lead the people in prayer, and wrote the</a:t>
            </a:r>
          </a:p>
          <a:p>
            <a:r>
              <a:t>&gt; news to the Messenger of Allah ﷺ."</a:t>
            </a:r>
          </a:p>
          <a:p/>
          <a:p>
            <a:r>
              <a:t>⚠ **Who called the adhān differs:** Qays, or Wabr (البدایہ); the narrator Jishnas (الکامل; سیر, where</a:t>
            </a:r>
          </a:p>
          <a:p>
            <a:r>
              <a:t>Dādhawayh first calls the signal and Wabr gives the iqāma). **The words of the call agree in every book.**</a:t>
            </a:r>
          </a:p>
          <a:p>
            <a:r>
              <a:t>His riders "going back and forth between Ṣanʿāʾ and Najrān" (الکامل ج۲ ص۱۹۹) are the loose end the second</a:t>
            </a:r>
          </a:p>
          <a:p>
            <a:r>
              <a:t>Yemen rising picks up.</a:t>
            </a:r>
          </a:p>
          <a:p>
            <a:r>
              <a:t>**Next:** E-AW20 (how we know it was Fayrūz), then E-TB26 (the news from heaven) and E-TB27 (Fayrūz's</a:t>
            </a:r>
          </a:p>
          <a:p>
            <a:r>
              <a:t>three days). **The seed of the second rising is here** — «وتنافسنا الإمارة» (سیر الراشدون ص۳۲).</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10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11 of 11 — AAA/E-AW14 · "And that ʿAbhala is a liar"</a:t>
            </a:r>
          </a:p>
          <a:p/>
          <a:p>
            <a:r>
              <a:t>  1. A signal agreed for first light — They sat the rest of the night deciding how to tell their own side, and agreed a signal for dawn.</a:t>
            </a:r>
          </a:p>
          <a:p>
            <a:r>
              <a:t>  2. The adhān from the fortress wall — At dawn the adhān was called from the wall: by Qays or Wabr, says Ibn Kathīr; by himself, says Jishnas.</a:t>
            </a:r>
          </a:p>
          <a:p>
            <a:r>
              <a:t>  3. A new sentence in the adhān — I bear witness that Muḥammad ﷺ is the Messenger of Allah, and that ʿAbhala is a liar.</a:t>
            </a:r>
          </a:p>
          <a:p>
            <a:r>
              <a:t>  4. The head thrown down — He threw al-Aswad's head down to the crowd of Muslims and unbelievers gathered below.</a:t>
            </a:r>
          </a:p>
          <a:p>
            <a:r>
              <a:t>  5. The signal and the iqāma — In al-Dhahabī's telling, Dādhawayh first called out the agreed signal, and Wabr gave the iqāma for the prayer.</a:t>
            </a:r>
          </a:p>
          <a:p>
            <a:r>
              <a:t>  6. His horsemen break, and raid — His horsemen broke, but first raided the town, plundered, and snatched a great many children.</a:t>
            </a:r>
          </a:p>
          <a:p>
            <a:r>
              <a:t>  7. Seventy missing: yours for ours — The people of Ṣanʿāʾ held his men in their houses; seventy were missing. The two sides exchanged: yours for ours.</a:t>
            </a:r>
          </a:p>
          <a:p>
            <a:r>
              <a:t>  8. Riders between Ṣanʿāʾ and Najrān — His riders were left going back and forth between Ṣanʿāʾ and Najrān.</a:t>
            </a:r>
          </a:p>
          <a:p>
            <a:r>
              <a:t>  9. The governors return — The Prophet's ﷺ governors came back to their districts.</a:t>
            </a:r>
          </a:p>
          <a:p>
            <a:r>
              <a:t>  10. The three settle on Muʿādh ؓ — The three men competed for the command, then settled on Muʿādh b. Jabal ؓ to lead the prayer.</a:t>
            </a:r>
          </a:p>
          <a:p>
            <a:r>
              <a:t>▶ 11. News written to the Prophet ﷺ — And they wrote the news to the Messenger of Allah ﷺ.</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evening's "how do we know" line: say "in al-Bukhārī" — the detail around it comes through Sayf b. ʿUmar</a:t>
            </a:r>
          </a:p>
          <a:p/>
          <a:p>
            <a:r>
              <a:t>BEAT 1 of 4 — AAA/E-AW20 · "Whom Fayrūz killed in Yemen"</a:t>
            </a:r>
          </a:p>
          <a:p/>
          <a:p>
            <a:r>
              <a:t>▶ 1. How do we know it was Fayrūz ؓ? — Nearly all of that night reaches us through one storyteller, Sayf b. ʿUmar: three books agreeing are not three witnesses.</a:t>
            </a:r>
          </a:p>
          <a:p>
            <a:r>
              <a:t>  2. One fact that does not rest on Sayf — Al-Bukhārī records the Prophet's ﷺ dream of two gold bracelets: the man of Ṣanʿāʾ and the man of al-Yamāma.</a:t>
            </a:r>
          </a:p>
          <a:p>
            <a:r>
              <a:t>  3. The name, in al-Bukhārī — From Ibn ʿAbbās ؓ, the narrator ʿUbayd Allāh names them: al-ʿAnsī, whom Fayrūz ؓ killed in Yemen, and Musaylima.</a:t>
            </a:r>
          </a:p>
          <a:p>
            <a:r>
              <a:t>  4. What the chroniclers tell, what al-Bukhārī names — The tunnel and the lamp come from the chroniclers; the name of the man who ended it, from al-Bukhārī.</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4 — AAA/E-AW20 · "Whom Fayrūz killed in Yemen"</a:t>
            </a:r>
          </a:p>
          <a:p/>
          <a:p>
            <a:r>
              <a:t>  1. How do we know it was Fayrūz ؓ? — Nearly all of that night reaches us through one storyteller, Sayf b. ʿUmar: three books agreeing are not three witnesses.</a:t>
            </a:r>
          </a:p>
          <a:p>
            <a:r>
              <a:t>▶ 2. One fact that does not rest on Sayf — Al-Bukhārī records the Prophet's ﷺ dream of two gold bracelets: the man of Ṣanʿāʾ and the man of al-Yamāma.</a:t>
            </a:r>
          </a:p>
          <a:p>
            <a:r>
              <a:t>  3. The name, in al-Bukhārī — From Ibn ʿAbbās ؓ, the narrator ʿUbayd Allāh names them: al-ʿAnsī, whom Fayrūz ؓ killed in Yemen, and Musaylima.</a:t>
            </a:r>
          </a:p>
          <a:p>
            <a:r>
              <a:t>  4. What the chroniclers tell, what al-Bukhārī names — The tunnel and the lamp come from the chroniclers; the name of the man who ended it, from al-Bukhārī.</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4 — AAA/E-AW20 · "Whom Fayrūz killed in Yemen"</a:t>
            </a:r>
          </a:p>
          <a:p/>
          <a:p>
            <a:r>
              <a:t>  1. How do we know it was Fayrūz ؓ? — Nearly all of that night reaches us through one storyteller, Sayf b. ʿUmar: three books agreeing are not three witnesses.</a:t>
            </a:r>
          </a:p>
          <a:p>
            <a:r>
              <a:t>  2. One fact that does not rest on Sayf — Al-Bukhārī records the Prophet's ﷺ dream of two gold bracelets: the man of Ṣanʿāʾ and the man of al-Yamāma.</a:t>
            </a:r>
          </a:p>
          <a:p>
            <a:r>
              <a:t>▶ 3. The name, in al-Bukhārī — From Ibn ʿAbbās ؓ, the narrator ʿUbayd Allāh names them: al-ʿAnsī, whom Fayrūz ؓ killed in Yemen, and Musaylima.</a:t>
            </a:r>
          </a:p>
          <a:p>
            <a:r>
              <a:t>  4. What the chroniclers tell, what al-Bukhārī names — The tunnel and the lamp come from the chroniclers; the name of the man who ended it, from al-Bukhārī.</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evening's "how do we know" line: say "in al-Bukhārī" — the detail around it comes through Sayf b. ʿUmar</a:t>
            </a:r>
          </a:p>
          <a:p/>
          <a:p>
            <a:r>
              <a:t>WHEN, as the card gives it: 11 AH, the killing it names `[SOURCED]`; the dream itself is undated on the page</a:t>
            </a:r>
          </a:p>
          <a:p/>
          <a:p>
            <a:r>
              <a:t>AAA/E-AW20 · "Whom Fayrūz killed in Yemen"</a:t>
            </a:r>
          </a:p>
          <a:p>
            <a:r>
              <a:t>Tier: CORE   When: 11 AH</a:t>
            </a:r>
          </a:p>
          <a:p/>
          <a:p>
            <a:r>
              <a:t>How do we know it was Fayrūz? Nearly everything told tonight about that night reaches our books through one storyteller, Sayf b. ʿUmar — so when three books agree, that is not three witnesses. One fact does not rest on him. Al-Bukhārī records the Prophet's ﷺ dream of two gold bracelets, which he took to mean the man of Ṣanʿāʾ and the man of al-Yamāma. In one version of it, told from Ibn ʿAbbās, the narrator ʿUbayd Allāh b. ʿAbd Allāh names the two: one was al-ʿAnsī, whom Fayrūz killed in Yemen; the other, Musaylima the liar. Ibn Kathīr quotes it from al-Bukhārī. So the long story of the tunnel and the lamp is what the chroniclers tell — and the name of the man who ended it is in al-Bukhārī.</a:t>
            </a:r>
          </a:p>
          <a:p/>
          <a:p>
            <a:r>
              <a:t>MAP: none — a statement slide. If anything moves, it is a single mark on **صنعاء**.</a:t>
            </a:r>
          </a:p>
          <a:p/>
          <a:p>
            <a:r>
              <a:t>عبرت: The chroniclers tell the long story; the one fact it hangs on is in al-Bukhārī.</a:t>
            </a:r>
          </a:p>
          <a:p/>
          <a:p>
            <a:r>
              <a:t>STATEMENT (full rendering): "ʿUbayd Allāh said: one of them was al-ʿAnsī, whom Fayrūz killed in Yemen, and the other was Musaylima the liar."</a:t>
            </a:r>
          </a:p>
          <a:p/>
          <a:p>
            <a:r>
              <a:t>Source: البدایہ والنہایہ ج۵ ص۲۲</a:t>
            </a:r>
          </a:p>
          <a:p/>
          <a:p>
            <a:r>
              <a:t>ALSO IN THE CARD:</a:t>
            </a:r>
          </a:p>
          <a:p>
            <a:r>
              <a:t>⚠ **Say "in al-Bukhārī", never "Ibn Kathīr says".** The words from «يخرجان» to «قتله» are missing from the</a:t>
            </a:r>
          </a:p>
          <a:p>
            <a:r>
              <a:t>edition's two base texts, (أ) and (ط), and were restored by the دار ابن كثير editor from al-Bukhārī (his</a:t>
            </a:r>
          </a:p>
          <a:p>
            <a:r>
              <a:t>footnote 13). His reference for the passage is al-Bukhārī nos. 4378–4379 (footnote 5, same page). The</a:t>
            </a:r>
          </a:p>
          <a:p>
            <a:r>
              <a:t>dream itself, with «صاحبَ صَنْعاء، وصاحبَ اليَمامة», is **E-TB17** (the cold open) — this card closes the</a:t>
            </a:r>
          </a:p>
          <a:p>
            <a:r>
              <a:t>loop it opened.</a:t>
            </a:r>
          </a:p>
          <a:p>
            <a:r>
              <a:t>⚠ **What this establishes, and what it does not.** It establishes that Fayrūz killed al-ʿAnsī. It does</a:t>
            </a:r>
          </a:p>
          <a:p>
            <a:r>
              <a:t>**not** establish the report that the Prophet ﷺ was told of the killing on the night itself (E-TB26),</a:t>
            </a:r>
          </a:p>
          <a:p>
            <a:r>
              <a:t>which Ibn Kathīr gives with Sayf b. ʿUmar's chain and no grading on any page read (§5.1, §8 item 6).</a:t>
            </a:r>
          </a:p>
          <a:p>
            <a:r>
              <a:t>**Also on the page** — how that other report is sourced:</a:t>
            </a:r>
          </a:p>
          <a:p/>
          <a:p>
            <a:r>
              <a:t>&gt; وقد أطلعَه الله على الخبر من ليلتِه، كما قال سيف بن عمر التميمي</a:t>
            </a:r>
          </a:p>
          <a:p>
            <a:r>
              <a:t>&gt; — البدایہ والنہایہ ج۷ ص۱۷ · https://shamela.ws/book/30097/3163</a:t>
            </a:r>
          </a:p>
          <a:p>
            <a:r>
              <a:t>&gt; *English:* "And Allah had informed him of the news on that very night — as Sayf b. ʿUmar al-Tamīmī</a:t>
            </a:r>
          </a:p>
          <a:p>
            <a:r>
              <a:t>&gt; reported …"</a:t>
            </a:r>
          </a:p>
          <a:p/>
          <a:p>
            <a:r>
              <a:t>On the slide for E-TB26 it is "Ibn Kathīr and Ibn al-Athīr record"; it is not "authentic ḥadīth".</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4 — AAA/E-AW20 · "Whom Fayrūz killed in Yemen"</a:t>
            </a:r>
          </a:p>
          <a:p/>
          <a:p>
            <a:r>
              <a:t>  1. How do we know it was Fayrūz ؓ? — Nearly all of that night reaches us through one storyteller, Sayf b. ʿUmar: three books agreeing are not three witnesses.</a:t>
            </a:r>
          </a:p>
          <a:p>
            <a:r>
              <a:t>  2. One fact that does not rest on Sayf — Al-Bukhārī records the Prophet's ﷺ dream of two gold bracelets: the man of Ṣanʿāʾ and the man of al-Yamāma.</a:t>
            </a:r>
          </a:p>
          <a:p>
            <a:r>
              <a:t>  3. The name, in al-Bukhārī — From Ibn ʿAbbās ؓ, the narrator ʿUbayd Allāh names them: al-ʿAnsī, whom Fayrūz ؓ killed in Yemen, and Musaylima.</a:t>
            </a:r>
          </a:p>
          <a:p>
            <a:r>
              <a:t>▶ 4. What the chroniclers tell, what al-Bukhārī names — The tunnel and the lamp come from the chroniclers; the name of the man who ended it, from al-Bukhārī.</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tools/mapstudio/scenes/s03-04-the-night-in-sana.json in tools/mapstudio/index.html, export step(s) 3–4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report comes through Sayf, with no grading on any page we hold. Say "Ibn Kathīr reports"</a:t>
            </a:r>
          </a:p>
          <a:p/>
          <a:p>
            <a:r>
              <a:t>BEAT 1 of 5 — ATA/E-TB26 · "Al-ʿAnsī was killed last night"</a:t>
            </a:r>
          </a:p>
          <a:p/>
          <a:p>
            <a:r>
              <a:t>▶ 1. The first claimant killed inside Ṣanʿāʾ — Three men of the city killed him there, while the Prophet ﷺ was still alive.</a:t>
            </a:r>
          </a:p>
          <a:p>
            <a:r>
              <a:t>  2. The news comes that same night — Ibn Kathīr reports it reached the Prophet ﷺ that night, from above, before any rider could carry it.</a:t>
            </a:r>
          </a:p>
          <a:p>
            <a:r>
              <a:t>  3. The Prophet ﷺ tells them — Al-ʿAnsī was killed last night; a blessed man of a blessed household killed him.</a:t>
            </a:r>
          </a:p>
          <a:p>
            <a:r>
              <a:t>  4. They ask who — He named Fayrūz ؓ, and said the name twice.</a:t>
            </a:r>
          </a:p>
          <a:p>
            <a:r>
              <a:t>  5. The killing and the news: two dates — The killing came in the Prophet's ﷺ lifetime; word reached Medina later, and the reports differ on when.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5 — ATA/E-TB26 · "Al-ʿAnsī was killed last night"</a:t>
            </a:r>
          </a:p>
          <a:p/>
          <a:p>
            <a:r>
              <a:t>  1. The first claimant killed inside Ṣanʿāʾ — Three men of the city killed him there, while the Prophet ﷺ was still alive.</a:t>
            </a:r>
          </a:p>
          <a:p>
            <a:r>
              <a:t>▶ 2. The news comes that same night — Ibn Kathīr reports it reached the Prophet ﷺ that night, from above, before any rider could carry it.</a:t>
            </a:r>
          </a:p>
          <a:p>
            <a:r>
              <a:t>  3. The Prophet ﷺ tells them — Al-ʿAnsī was killed last night; a blessed man of a blessed household killed him.</a:t>
            </a:r>
          </a:p>
          <a:p>
            <a:r>
              <a:t>  4. They ask who — He named Fayrūz ؓ, and said the name twice.</a:t>
            </a:r>
          </a:p>
          <a:p>
            <a:r>
              <a:t>  5. The killing and the news: two dates — The killing came in the Prophet's ﷺ lifetime; word reached Medina later, and the reports differ on when.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ATA/E-TB26 · "Al-ʿAnsī was killed last night"</a:t>
            </a:r>
          </a:p>
          <a:p/>
          <a:p>
            <a:r>
              <a:t>  1. The first claimant killed inside Ṣanʿāʾ — Three men of the city killed him there, while the Prophet ﷺ was still alive.</a:t>
            </a:r>
          </a:p>
          <a:p>
            <a:r>
              <a:t>  2. The news comes that same night — Ibn Kathīr reports it reached the Prophet ﷺ that night, from above, before any rider could carry it.</a:t>
            </a:r>
          </a:p>
          <a:p>
            <a:r>
              <a:t>▶ 3. The Prophet ﷺ tells them — Al-ʿAnsī was killed last night; a blessed man of a blessed household killed him.</a:t>
            </a:r>
          </a:p>
          <a:p>
            <a:r>
              <a:t>  4. They ask who — He named Fayrūz ؓ, and said the name twice.</a:t>
            </a:r>
          </a:p>
          <a:p>
            <a:r>
              <a:t>  5. The killing and the news: two dates — The killing came in the Prophet's ﷺ lifetime; word reached Medina later, and the reports differ on when.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ATA/E-TB26 · "Al-ʿAnsī was killed last night"</a:t>
            </a:r>
          </a:p>
          <a:p/>
          <a:p>
            <a:r>
              <a:t>  1. The first claimant killed inside Ṣanʿāʾ — Three men of the city killed him there, while the Prophet ﷺ was still alive.</a:t>
            </a:r>
          </a:p>
          <a:p>
            <a:r>
              <a:t>  2. The news comes that same night — Ibn Kathīr reports it reached the Prophet ﷺ that night, from above, before any rider could carry it.</a:t>
            </a:r>
          </a:p>
          <a:p>
            <a:r>
              <a:t>  3. The Prophet ﷺ tells them — Al-ʿAnsī was killed last night; a blessed man of a blessed household killed him.</a:t>
            </a:r>
          </a:p>
          <a:p>
            <a:r>
              <a:t>▶ 4. They ask who — He named Fayrūz ؓ, and said the name twice.</a:t>
            </a:r>
          </a:p>
          <a:p>
            <a:r>
              <a:t>  5. The killing and the news: two dates — The killing came in the Prophet's ﷺ lifetime; word reached Medina later, and the reports differ on when.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report comes through Sayf, with no grading on any page we hold. Say "Ibn Kathīr reports"</a:t>
            </a:r>
          </a:p>
          <a:p/>
          <a:p>
            <a:r>
              <a:t>ATA/E-TB26 · "Al-ʿAnsī was killed last night"</a:t>
            </a:r>
          </a:p>
          <a:p>
            <a:r>
              <a:t>Tier: CORE   When: before the Prophet's ﷺ death `[SOURCED]`</a:t>
            </a:r>
          </a:p>
          <a:p/>
          <a:p>
            <a:r>
              <a:t>The first of the four claimants was killed inside Ṣanʿāʾ, by three men of the city, while the Prophet ﷺ was still alive. And Ibn Kathīr says the news reached the Prophet ﷺ that same night, from above, before any rider could have carried it. He told them: al-ʿAnsī was killed last night; a blessed man of a blessed household killed him. They asked who. He said: Fayrūz. Fayrūz.</a:t>
            </a:r>
          </a:p>
          <a:p/>
          <a:p>
            <a:r>
              <a:t>MAP: **صنعاء** in red, and one line running not from the map at all but straight down onto المدینہ.</a:t>
            </a:r>
          </a:p>
          <a:p/>
          <a:p>
            <a:r>
              <a:t>عبرت: The first of the four claims was already finished before the crisis that is named after it began.</a:t>
            </a:r>
          </a:p>
          <a:p/>
          <a:p>
            <a:r>
              <a:t>STATEMENT (full rendering): "The news came to the Prophet ﷺ from heaven on the night al-ʿAnsī was killed, to give us good tidings. He said: al-ʿAnsī was killed last night — a blessed man of a blessed household killed him. It was said: and who? He said: Fayrūz. Fayrūz."</a:t>
            </a:r>
          </a:p>
          <a:p/>
          <a:p>
            <a:r>
              <a:t>Source: البدایہ والنہایہ ج۷ ص۱۷</a:t>
            </a:r>
          </a:p>
          <a:p/>
          <a:p>
            <a:r>
              <a:t>ALSO IN THE CARD:</a:t>
            </a:r>
          </a:p>
          <a:p>
            <a:r>
              <a:t>⚠ **Teach the distinction precisely, because the two dates are different things.** The **killing** is</a:t>
            </a:r>
          </a:p>
          <a:p>
            <a:r>
              <a:t>before the Prophet's ﷺ death. **The news reaching المدینہ** is at the end of ربيع الأول ۱۱ھ, after</a:t>
            </a:r>
          </a:p>
          <a:p>
            <a:r>
              <a:t>جيش أسامة marched — and Ibn Kathīr records a second report that the good news arrived on the morning</a:t>
            </a:r>
          </a:p>
          <a:p>
            <a:r>
              <a:t>the Prophet ﷺ died, then says «**والأول أشهر**». **Do not adjudicate between the two on a slide.**</a:t>
            </a:r>
          </a:p>
          <a:p>
            <a:r>
              <a:t>**Cross-reference:** the arrival of the news is already carded, as CUT, in the pool</a:t>
            </a:r>
          </a:p>
          <a:p>
            <a:r>
              <a:t>(`ABU/E-U9`, البدایہ ج۷ ص۱۲). This card is the killing itself, which is a different night.</a:t>
            </a:r>
          </a:p>
          <a:p/>
          <a:p>
            <a:r>
              <a:t>From: Setting: the tribal map, and why the ردة took its shape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ATA/E-TB26 · "Al-ʿAnsī was killed last night"</a:t>
            </a:r>
          </a:p>
          <a:p/>
          <a:p>
            <a:r>
              <a:t>  1. The first claimant killed inside Ṣanʿāʾ — Three men of the city killed him there, while the Prophet ﷺ was still alive.</a:t>
            </a:r>
          </a:p>
          <a:p>
            <a:r>
              <a:t>  2. The news comes that same night — Ibn Kathīr reports it reached the Prophet ﷺ that night, from above, before any rider could carry it.</a:t>
            </a:r>
          </a:p>
          <a:p>
            <a:r>
              <a:t>  3. The Prophet ﷺ tells them — Al-ʿAnsī was killed last night; a blessed man of a blessed household killed him.</a:t>
            </a:r>
          </a:p>
          <a:p>
            <a:r>
              <a:t>  4. They ask who — He named Fayrūz ؓ, and said the name twice.</a:t>
            </a:r>
          </a:p>
          <a:p>
            <a:r>
              <a:t>▶ 5. The killing and the news: two dates — The killing came in the Prophet's ﷺ lifetime; word reached Medina later, and the reports differ on when.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Timing dispute. Do not adjudicate · SKIP BEATS 3</a:t>
            </a:r>
          </a:p>
          <a:p/>
          <a:p>
            <a:r>
              <a:t>BEAT 1 of 6 — AAA/E-AW15 · Some nights before — or one night</a:t>
            </a:r>
          </a:p>
          <a:p/>
          <a:p>
            <a:r>
              <a:t>▶ 1. Ibn Kathīr sums him up — From Kahf Khubbān with seven hundred men; within a month he held Ṣanʿāʾ, and all Yemen gathered to him.</a:t>
            </a:r>
          </a:p>
          <a:p>
            <a:r>
              <a:t>  2. A shayṭān that betrayed him — He had a shayṭān that served him cleverly, and it betrayed him when he needed it most.</a:t>
            </a:r>
          </a:p>
          <a:p>
            <a:r>
              <a:t>  3. Ibn Kathīr: true brothers, rightful commanders — Three or four months on, he was killed by Dādhawayh, Fayrūz al-Daylamī ؓ and Qays b. Makshūḥ.</a:t>
            </a:r>
          </a:p>
          <a:p>
            <a:r>
              <a:t>  4. Some nights before, or one night — Rabīʿ al-Awwal 11 AH: some nights before the Prophet's ﷺ death; and it is said, one night. Allah knows best.</a:t>
            </a:r>
          </a:p>
          <a:p>
            <a:r>
              <a:t>  5. The news reaches Medina — The riders with the news reached Medina after the Prophet ﷺ had died.</a:t>
            </a:r>
          </a:p>
          <a:p>
            <a:r>
              <a:t>  6. Abū Bakr's ؓ first good news — Ibn al-Athīr: it was the first good news Abū Bakr ؓ received as caliph.</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AAA/E-AW15 · Some nights before — or one night</a:t>
            </a:r>
          </a:p>
          <a:p/>
          <a:p>
            <a:r>
              <a:t>  1. Ibn Kathīr sums him up — From Kahf Khubbān with seven hundred men; within a month he held Ṣanʿāʾ, and all Yemen gathered to him.</a:t>
            </a:r>
          </a:p>
          <a:p>
            <a:r>
              <a:t>▶ 2. A shayṭān that betrayed him — He had a shayṭān that served him cleverly, and it betrayed him when he needed it most.</a:t>
            </a:r>
          </a:p>
          <a:p>
            <a:r>
              <a:t>  3. Ibn Kathīr: true brothers, rightful commanders — Three or four months on, he was killed by Dādhawayh, Fayrūz al-Daylamī ؓ and Qays b. Makshūḥ.</a:t>
            </a:r>
          </a:p>
          <a:p>
            <a:r>
              <a:t>  4. Some nights before, or one night — Rabīʿ al-Awwal 11 AH: some nights before the Prophet's ﷺ death; and it is said, one night. Allah knows best.</a:t>
            </a:r>
          </a:p>
          <a:p>
            <a:r>
              <a:t>  5. The news reaches Medina — The riders with the news reached Medina after the Prophet ﷺ had died.</a:t>
            </a:r>
          </a:p>
          <a:p>
            <a:r>
              <a:t>  6. Abū Bakr's ؓ first good news — Ibn al-Athīr: it was the first good news Abū Bakr ؓ received as caliph.</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AAA/E-AW15 · Some nights before — or one night</a:t>
            </a:r>
          </a:p>
          <a:p/>
          <a:p>
            <a:r>
              <a:t>  1. Ibn Kathīr sums him up — From Kahf Khubbān with seven hundred men; within a month he held Ṣanʿāʾ, and all Yemen gathered to him.</a:t>
            </a:r>
          </a:p>
          <a:p>
            <a:r>
              <a:t>  2. A shayṭān that betrayed him — He had a shayṭān that served him cleverly, and it betrayed him when he needed it most.</a:t>
            </a:r>
          </a:p>
          <a:p>
            <a:r>
              <a:t>  3. Ibn Kathīr: true brothers, rightful commanders — Three or four months on, he was killed by Dādhawayh, Fayrūz al-Daylamī ؓ and Qays b. Makshūḥ.</a:t>
            </a:r>
          </a:p>
          <a:p>
            <a:r>
              <a:t>▶ 4. Some nights before, or one night — Rabīʿ al-Awwal 11 AH: some nights before the Prophet's ﷺ death; and it is said, one night. Allah knows best.</a:t>
            </a:r>
          </a:p>
          <a:p>
            <a:r>
              <a:t>  5. The news reaches Medina — The riders with the news reached Medina after the Prophet ﷺ had died.</a:t>
            </a:r>
          </a:p>
          <a:p>
            <a:r>
              <a:t>  6. Abū Bakr's ؓ first good news — Ibn al-Athīr: it was the first good news Abū Bakr ؓ received as caliph.</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Timing dispute. Do not adjudicate · SKIP BEATS 3</a:t>
            </a:r>
          </a:p>
          <a:p/>
          <a:p>
            <a:r>
              <a:t>WHEN, as the card gives it: Rabīʿ al-Awwal 11 AH (632 CE) `[SOURCED]`; CE `[STANDARD]`</a:t>
            </a:r>
          </a:p>
          <a:p/>
          <a:p>
            <a:r>
              <a:t>AAA/E-AW15 · Some nights before — or one night</a:t>
            </a:r>
          </a:p>
          <a:p>
            <a:r>
              <a:t>Tier: GOOD   When: Rabīʿ I 11 AH</a:t>
            </a:r>
          </a:p>
          <a:p/>
          <a:p>
            <a:r>
              <a:t>When Ibn Kathīr writes the notices for the dead of this year, he sums al-Aswad up in a paragraph. He came out of a town called Kahf Khubbān with seven hundred men. Within a month he held Ṣanʿāʾ, and all Yemen gathered to him in the shortest time. He had a shayṭān that served him cleverly — and it betrayed him when he needed it most. Three or four months later he was killed by true brothers and rightful commanders: Dādhawayh the Persian, Fayrūz al-Daylamī and Qays b. Makshūḥ. That was in Rabīʿ al-Awwal of the year eleven, some nights before the death of the Messenger of Allah ﷺ — and it is said, one night. And Allah knows best. The riders who carried the news reached Medina after the Prophet ﷺ had died; Ibn al-Athīr says it was the first good news Abū Bakr received as caliph.</a:t>
            </a:r>
          </a:p>
          <a:p/>
          <a:p>
            <a:r>
              <a:t>MAP: the Line, not the map — two ticks almost touching: the killing in **صنعاء**, the Prophet's ﷺ death in</a:t>
            </a:r>
          </a:p>
          <a:p/>
          <a:p>
            <a:r>
              <a:t>عبرت: The first of the claimants was dead before the Prophet ﷺ was — and the one who would have to answer Yemen's letter was already Abū Bakr ؓ.</a:t>
            </a:r>
          </a:p>
          <a:p/>
          <a:p>
            <a:r>
              <a:t>STATEMENT (full rendering): "…some nights before the death of the Messenger of Allah ﷺ — and it is said, one night. And Allah knows best."</a:t>
            </a:r>
          </a:p>
          <a:p/>
          <a:p>
            <a:r>
              <a:t>Source: البدایہ والنہایہ ج۷ ص۵۹</a:t>
            </a:r>
          </a:p>
          <a:p/>
          <a:p>
            <a:r>
              <a:t>ALSO IN THE CARD:</a:t>
            </a:r>
          </a:p>
          <a:p>
            <a:r>
              <a:t>**Also on the page:**</a:t>
            </a:r>
          </a:p>
          <a:p/>
          <a:p>
            <a:r>
              <a:t>&gt; خرج أول مخرجه من بلدة باليمن يقال لها كهف خبان ومعه سبعمئة مقاتل، فما مضى شهر حتى تَملَّك صنعاء ثم استوسقت له اليمن بحذافيرها في أقصر مدة، وكان معه شيطان يحذق له ولكن خانه أحوج ما كان إليه. ثم لم تمض له ثلاثة أشهر أو أربعة أشهر حتى قتله الله على يدي إخوان صدق، وأمراء حق</a:t>
            </a:r>
          </a:p>
          <a:p>
            <a:r>
              <a:t>&gt; — البدایہ والنہایہ ج۷ ص۵۹ · https://shamela.ws/book/30097/3205</a:t>
            </a:r>
          </a:p>
          <a:p>
            <a:r>
              <a:t>&gt; *English:* "He first came out from a town in Yemen called Kahf Khubbān with seven hundred fighting men.</a:t>
            </a:r>
          </a:p>
          <a:p>
            <a:r>
              <a:t>&gt; A month had not passed before he held Ṣanʿāʾ, and then Yemen gathered to him entire in the shortest</a:t>
            </a:r>
          </a:p>
          <a:p>
            <a:r>
              <a:t>&gt; time. He had a shayṭān that served him cleverly — but it betrayed him when he needed it most. Then</a:t>
            </a:r>
          </a:p>
          <a:p>
            <a:r>
              <a:t>&gt; three or four months had not passed before Allah killed him at the hands of true brothers and rightful</a:t>
            </a:r>
          </a:p>
          <a:p>
            <a:r>
              <a:t>&gt; commanders."</a:t>
            </a:r>
          </a:p>
          <a:p/>
          <a:p>
            <a:r>
              <a:t>&gt; وَكَانَ قُدُومُ الْبَشِيرِ بِقَتْلِهِ فِي آخِرِ رَبِيعٍ الْأَوَّلِ بَعْدَ مَوْتِ النَّبِيِّ - صَلَّى اللَّهُ عَلَيْهِ وَسَلَّمَ - فَكَانَ أَوَّلَ بِشَارَةٍ أَتَتْ أَبَا بَكْرٍ وَهُوَ بِالْمَدِينَةِ.</a:t>
            </a:r>
          </a:p>
          <a:p>
            <a:r>
              <a:t>&gt; — الکامل فی التاریخ ج۲ ص۲۰۰ · https://shamela.ws/book/21712/891</a:t>
            </a:r>
          </a:p>
          <a:p>
            <a:r>
              <a:t>&gt; *English:* "The bearer of the good news of his killing arrived at the end of Rabīʿ al-Awwal, after the</a:t>
            </a:r>
          </a:p>
          <a:p>
            <a:r>
              <a:t>&gt; death of the Prophet ﷺ — and it was the first good news to reach Abū Bakr while he was in Medina."</a:t>
            </a:r>
          </a:p>
          <a:p/>
          <a:p>
            <a:r>
              <a:t>&gt; فقدمت رسلنا، وقد قبض النبي صلى الله عليه وسلم صبيحتئذ فأجابنا أبو بكر رضي الله عنه.</a:t>
            </a:r>
          </a:p>
          <a:p>
            <a:r>
              <a:t>&gt; — سیر أعلام النبلاء (سير الخلفاء الراشدين) ص۳۲ · https://shamela.ws/book/10906/1180</a:t>
            </a:r>
          </a:p>
          <a:p>
            <a:r>
              <a:t>&gt; *English:* "Our envoys arrived — and the Prophet ﷺ had been taken that morning — and Abū Bakr ؓ answered</a:t>
            </a:r>
          </a:p>
          <a:p>
            <a:r>
              <a:t>&gt; us."</a:t>
            </a:r>
          </a:p>
          <a:p/>
          <a:p>
            <a:r>
              <a:t>⚠ Al-Dhahabī's «صبيحتئذ» ("that morning") is ambiguous — the morning the envoys arrived, or the morning</a:t>
            </a:r>
          </a:p>
          <a:p>
            <a:r>
              <a:t>after the killing. **It is not a third dating** (§5.2, §8 item 11). Ibn Kathīr calls the news the first</a:t>
            </a:r>
          </a:p>
          <a:p>
            <a:r>
              <a:t>«فتح» of Abū Bakr's ؓ rule (E-U9); Ibn al-Athīr calls it the first «بشارة» — say which book you are</a:t>
            </a:r>
          </a:p>
          <a:p>
            <a:r>
              <a:t>reading. Ibn Khaldūn's «قبل وفاته بيوم» (ج۲ ص۴۸۴) may be mentioned **by name** as his reading, never as</a:t>
            </a:r>
          </a:p>
          <a:p>
            <a:r>
              <a:t>the date. **With E-AW05, replaces E-TB28.**</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AAA/E-AW15 · Some nights before — or one night</a:t>
            </a:r>
          </a:p>
          <a:p/>
          <a:p>
            <a:r>
              <a:t>  1. Ibn Kathīr sums him up — From Kahf Khubbān with seven hundred men; within a month he held Ṣanʿāʾ, and all Yemen gathered to him.</a:t>
            </a:r>
          </a:p>
          <a:p>
            <a:r>
              <a:t>  2. A shayṭān that betrayed him — He had a shayṭān that served him cleverly, and it betrayed him when he needed it most.</a:t>
            </a:r>
          </a:p>
          <a:p>
            <a:r>
              <a:t>  3. Ibn Kathīr: true brothers, rightful commanders — Three or four months on, he was killed by Dādhawayh, Fayrūz al-Daylamī ؓ and Qays b. Makshūḥ.</a:t>
            </a:r>
          </a:p>
          <a:p>
            <a:r>
              <a:t>  4. Some nights before, or one night — Rabīʿ al-Awwal 11 AH: some nights before the Prophet's ﷺ death; and it is said, one night. Allah knows best.</a:t>
            </a:r>
          </a:p>
          <a:p>
            <a:r>
              <a:t>▶ 5. The news reaches Medina — The riders with the news reached Medina after the Prophet ﷺ had died.</a:t>
            </a:r>
          </a:p>
          <a:p>
            <a:r>
              <a:t>  6. Abū Bakr's ؓ first good news — Ibn al-Athīr: it was the first good news Abū Bakr ؓ received as caliph.</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AAA/E-AW15 · Some nights before — or one night</a:t>
            </a:r>
          </a:p>
          <a:p/>
          <a:p>
            <a:r>
              <a:t>  1. Ibn Kathīr sums him up — From Kahf Khubbān with seven hundred men; within a month he held Ṣanʿāʾ, and all Yemen gathered to him.</a:t>
            </a:r>
          </a:p>
          <a:p>
            <a:r>
              <a:t>  2. A shayṭān that betrayed him — He had a shayṭān that served him cleverly, and it betrayed him when he needed it most.</a:t>
            </a:r>
          </a:p>
          <a:p>
            <a:r>
              <a:t>  3. Ibn Kathīr: true brothers, rightful commanders — Three or four months on, he was killed by Dādhawayh, Fayrūz al-Daylamī ؓ and Qays b. Makshūḥ.</a:t>
            </a:r>
          </a:p>
          <a:p>
            <a:r>
              <a:t>  4. Some nights before, or one night — Rabīʿ al-Awwal 11 AH: some nights before the Prophet's ﷺ death; and it is said, one night. Allah knows best.</a:t>
            </a:r>
          </a:p>
          <a:p>
            <a:r>
              <a:t>  5. The news reaches Medina — The riders with the news reached Medina after the Prophet ﷺ had died.</a:t>
            </a:r>
          </a:p>
          <a:p>
            <a:r>
              <a:t>▶ 6. Abū Bakr's ؓ first good news — Ibn al-Athīr: it was the first good news Abū Bakr ؓ received as caliph.</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tools/mapstudio/scenes/s03-04-the-night-in-sana.json in tools/mapstudio/index.html, export step(s) 5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news reaches Medina · SKIP BEATS 2,4</a:t>
            </a:r>
          </a:p>
          <a:p/>
          <a:p>
            <a:r>
              <a:t>BEAT 1 of 4 — ABU/E-U9 · The first victory he never fought</a:t>
            </a:r>
          </a:p>
          <a:p/>
          <a:p>
            <a:r>
              <a:t>▶ 1. The army of Usāma ؓ marches — Abū Bakr ؓ sent it out at the end of Rabīʿ al-Awwal.</a:t>
            </a:r>
          </a:p>
          <a:p>
            <a:r>
              <a:t>  2. Word comes from Yemen — Days later, Medina heard that al-Aswad al-ʿAnsī, who had taken Ṣanʿāʾ, had been killed inside the city.</a:t>
            </a:r>
          </a:p>
          <a:p>
            <a:r>
              <a:t>  3. The first victory of his caliphate — Ibn Kathīr calls it the first victory of Abū Bakr's ؓ caliphate, won while he sat in Medina.</a:t>
            </a:r>
          </a:p>
          <a:p>
            <a:r>
              <a:t>  4. The reports differ on the day — Ibn Kathīr also records the good news reaching Medina on the morning the Prophet ﷺ died.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4 — ABU/E-U9 · The first victory he never fought</a:t>
            </a:r>
          </a:p>
          <a:p/>
          <a:p>
            <a:r>
              <a:t>  1. The army of Usāma ؓ marches — Abū Bakr ؓ sent it out at the end of Rabīʿ al-Awwal.</a:t>
            </a:r>
          </a:p>
          <a:p>
            <a:r>
              <a:t>  2. Word comes from Yemen — Days later, Medina heard that al-Aswad al-ʿAnsī, who had taken Ṣanʿāʾ, had been killed inside the city.</a:t>
            </a:r>
          </a:p>
          <a:p>
            <a:r>
              <a:t>▶ 3. The first victory of his caliphate — Ibn Kathīr calls it the first victory of Abū Bakr's ؓ caliphate, won while he sat in Medina.</a:t>
            </a:r>
          </a:p>
          <a:p>
            <a:r>
              <a:t>  4. The reports differ on the day — Ibn Kathīr also records the good news reaching Medina on the morning the Prophet ﷺ died.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news reaches Medina · SKIP BEATS 2,4</a:t>
            </a:r>
          </a:p>
          <a:p/>
          <a:p>
            <a:r>
              <a:t>WHEN, as the card gives it: آخر ربيع الأول ۱۱ھ `[SOURCED]`, with a competing report Ibn Kathīr records and does not adopt</a:t>
            </a:r>
          </a:p>
          <a:p/>
          <a:p>
            <a:r>
              <a:t>ABU/E-U9 · The first victory he never fought</a:t>
            </a:r>
          </a:p>
          <a:p>
            <a:r>
              <a:t>Tier: CUT   When: end of Rabīʿ I, 11 AH</a:t>
            </a:r>
          </a:p>
          <a:p/>
          <a:p>
            <a:r>
              <a:t>Days after the column marched, word reached المدینہ from اليمن that الأسود العنسي — the false prophet who had taken صنعاء in the Prophet's ﷺ own last months — had been killed inside the city. Ibn Kathīr calls it the first فتح of أبو بكر ؓ's caliphate, and notes that he won it sitting in المدینہ.</a:t>
            </a:r>
          </a:p>
          <a:p/>
          <a:p>
            <a:r>
              <a:t>MAP: صنعاء lights up while المدینہ is still counting its dead.</a:t>
            </a:r>
          </a:p>
          <a:p/>
          <a:p>
            <a:r>
              <a:t>عبرت: Some of what a man is credited with was decided before he sat down, by people he never met.</a:t>
            </a:r>
          </a:p>
          <a:p/>
          <a:p>
            <a:r>
              <a:t>HANDS UP: no *(A second report — «بل جاءت البشارةُ إلى المدينة صبيحةَ توفي رسول الله ﷺ» — is recorded at البدایہ ج۷ ص۱۷, where Ibn Kathīr says «والأول أشهر». Do not adjudicate on a slide.)*</a:t>
            </a:r>
          </a:p>
          <a:p/>
          <a:p>
            <a:r>
              <a:t>STATEMENT (full rendering): Abū Bakr ؓ sent out Usāma b. Zayd's ؓ army at the end of Rabīʿ al-Awwal, and news of al-Aswad's killing came at the end of Rabīʿ al-Awwal, after Usāma's ؓ departure — and that was the first victory Abū Bakr ؓ won, while he was in Medina.</a:t>
            </a:r>
          </a:p>
          <a:p/>
          <a:p>
            <a:r>
              <a:t>Source: البدایہ والنہایہ ج۷ ص۱۲</a:t>
            </a:r>
          </a:p>
          <a:p/>
          <a:p>
            <a:r>
              <a:t>ALSO IN THE CARD:</a:t>
            </a:r>
          </a:p>
          <a:p>
            <a:r>
              <a:t>---</a:t>
            </a:r>
          </a:p>
          <a:p/>
          <a:p>
            <a:r>
              <a:t>---</a:t>
            </a:r>
          </a:p>
          <a:p/>
          <a:p>
            <a:r>
              <a:t>## The death of أبو بكر ؓ, and the succession</a:t>
            </a:r>
          </a:p>
          <a:p/>
          <a:p>
            <a:r>
              <a:t>*Source note: [`abu-bakr-death-and-the-succession-of-umar.md`](../docs/research/abu-bakr-death-and-the-succession-of-umar.md) — read it for the pages behind these cards.*</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Fayrūz ؓ in his own words · [HANDS] 2: "How many days did Muʿādh ؓ lead them in prayer before the news came?"</a:t>
            </a:r>
          </a:p>
          <a:p/>
          <a:p>
            <a:r>
              <a:t>BEAT 1 of 5 — ATA/E-TB27 · "No more than three days"</a:t>
            </a:r>
          </a:p>
          <a:p/>
          <a:p>
            <a:r>
              <a:t>▶ 1. Fayrūz ؓ tells it himself — We killed al-Aswad, he says, and our affair in Ṣanʿāʾ went back to what it had been.</a:t>
            </a:r>
          </a:p>
          <a:p>
            <a:r>
              <a:t>  2. They agree on Muʿādh ؓ — They sent for Muʿādh b. Jabal ؓ, agreed on him, and he led them in prayer in Ṣanʿāʾ.</a:t>
            </a:r>
          </a:p>
          <a:p>
            <a:r>
              <a:t>  3. Three days of prayer — By Allah, he says, Muʿādh ؓ had led them in prayer for no more than three days.</a:t>
            </a:r>
          </a:p>
          <a:p>
            <a:r>
              <a:t>  4. The news of the death arrives — Then word reached them of the death of the Messenger of Allah ﷺ.</a:t>
            </a:r>
          </a:p>
          <a:p>
            <a:r>
              <a:t>  5. Everything comes apart — Matters came apart, they found themselves rejecting much of what they had known, and the earth shook.</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5 — ATA/E-TB27 · "No more than three days"</a:t>
            </a:r>
          </a:p>
          <a:p/>
          <a:p>
            <a:r>
              <a:t>  1. Fayrūz ؓ tells it himself — We killed al-Aswad, he says, and our affair in Ṣanʿāʾ went back to what it had been.</a:t>
            </a:r>
          </a:p>
          <a:p>
            <a:r>
              <a:t>▶ 2. They agree on Muʿādh ؓ — They sent for Muʿādh b. Jabal ؓ, agreed on him, and he led them in prayer in Ṣanʿāʾ.</a:t>
            </a:r>
          </a:p>
          <a:p>
            <a:r>
              <a:t>  3. Three days of prayer — By Allah, he says, Muʿādh ؓ had led them in prayer for no more than three days.</a:t>
            </a:r>
          </a:p>
          <a:p>
            <a:r>
              <a:t>  4. The news of the death arrives — Then word reached them of the death of the Messenger of Allah ﷺ.</a:t>
            </a:r>
          </a:p>
          <a:p>
            <a:r>
              <a:t>  5. Everything comes apart — Matters came apart, they found themselves rejecting much of what they had known, and the earth shook.</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ATA/E-TB27 · "No more than three days"</a:t>
            </a:r>
          </a:p>
          <a:p/>
          <a:p>
            <a:r>
              <a:t>  1. Fayrūz ؓ tells it himself — We killed al-Aswad, he says, and our affair in Ṣanʿāʾ went back to what it had been.</a:t>
            </a:r>
          </a:p>
          <a:p>
            <a:r>
              <a:t>  2. They agree on Muʿādh ؓ — They sent for Muʿādh b. Jabal ؓ, agreed on him, and he led them in prayer in Ṣanʿāʾ.</a:t>
            </a:r>
          </a:p>
          <a:p>
            <a:r>
              <a:t>▶ 3. Three days of prayer — By Allah, he says, Muʿādh ؓ had led them in prayer for no more than three days.</a:t>
            </a:r>
          </a:p>
          <a:p>
            <a:r>
              <a:t>  4. The news of the death arrives — Then word reached them of the death of the Messenger of Allah ﷺ.</a:t>
            </a:r>
          </a:p>
          <a:p>
            <a:r>
              <a:t>  5. Everything comes apart — Matters came apart, they found themselves rejecting much of what they had known, and the earth shook.</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ATA/E-TB27 · "No more than three days"</a:t>
            </a:r>
          </a:p>
          <a:p/>
          <a:p>
            <a:r>
              <a:t>  1. Fayrūz ؓ tells it himself — We killed al-Aswad, he says, and our affair in Ṣanʿāʾ went back to what it had been.</a:t>
            </a:r>
          </a:p>
          <a:p>
            <a:r>
              <a:t>  2. They agree on Muʿādh ؓ — They sent for Muʿādh b. Jabal ؓ, agreed on him, and he led them in prayer in Ṣanʿāʾ.</a:t>
            </a:r>
          </a:p>
          <a:p>
            <a:r>
              <a:t>  3. Three days of prayer — By Allah, he says, Muʿādh ؓ had led them in prayer for no more than three days.</a:t>
            </a:r>
          </a:p>
          <a:p>
            <a:r>
              <a:t>▶ 4. The news of the death arrives — Then word reached them of the death of the Messenger of Allah ﷺ.</a:t>
            </a:r>
          </a:p>
          <a:p>
            <a:r>
              <a:t>  5. Everything comes apart — Matters came apart, they found themselves rejecting much of what they had known, and the earth shook.</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ATA/E-TB27 · "No more than three days"</a:t>
            </a:r>
          </a:p>
          <a:p/>
          <a:p>
            <a:r>
              <a:t>  1. Fayrūz ؓ tells it himself — We killed al-Aswad, he says, and our affair in Ṣanʿāʾ went back to what it had been.</a:t>
            </a:r>
          </a:p>
          <a:p>
            <a:r>
              <a:t>  2. They agree on Muʿādh ؓ — They sent for Muʿādh b. Jabal ؓ, agreed on him, and he led them in prayer in Ṣanʿāʾ.</a:t>
            </a:r>
          </a:p>
          <a:p>
            <a:r>
              <a:t>  3. Three days of prayer — By Allah, he says, Muʿādh ؓ had led them in prayer for no more than three days.</a:t>
            </a:r>
          </a:p>
          <a:p>
            <a:r>
              <a:t>  4. The news of the death arrives — Then word reached them of the death of the Messenger of Allah ﷺ.</a:t>
            </a:r>
          </a:p>
          <a:p>
            <a:r>
              <a:t>▶ 5. Everything comes apart — Matters came apart, they found themselves rejecting much of what they had known, and the earth shook.</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Fayrūz ؓ in his own words · [HANDS] 2: "How many days did Muʿādh ؓ lead them in prayer before the news came?"</a:t>
            </a:r>
          </a:p>
          <a:p/>
          <a:p>
            <a:r>
              <a:t>WHEN, as the card gives it: ربيع الأول ۱۱ھ, صنعاء `[SOURCED]`</a:t>
            </a:r>
          </a:p>
          <a:p/>
          <a:p>
            <a:r>
              <a:t>ATA/E-TB27 · "No more than three days"</a:t>
            </a:r>
          </a:p>
          <a:p>
            <a:r>
              <a:t>Tier: CORE   When: Rabīʿ I 11 AH, Ṣanʿāʾ</a:t>
            </a:r>
          </a:p>
          <a:p/>
          <a:p>
            <a:r>
              <a:t>Fayrūz ؓ tells it himself, and it is the best account in the sources of what the news of the Prophet's ﷺ death actually did. We killed al-Aswad, he says, and our affair in Ṣanʿāʾ went back to what it had been. They sent for Muʿādh b. Jabal ؓ and agreed on him, and he led them in prayer in Ṣanʿāʾ. And by Allah, he says, he had led us in prayer for no more than three days when the news came to us of the death of the Messenger of Allah ﷺ. Then everything came apart. We found ourselves refusing much of what we used to acknowledge. And the earth shook.</a:t>
            </a:r>
          </a:p>
          <a:p/>
          <a:p>
            <a:r>
              <a:t>MAP: صنعاء turns from red back to blue — and then, three days later, the whole peninsula begins to change colour behind it.</a:t>
            </a:r>
          </a:p>
          <a:p/>
          <a:p>
            <a:r>
              <a:t>عبرت: A man who had just put down a rebellion had three quiet days, and then heard the news that undid them.</a:t>
            </a:r>
          </a:p>
          <a:p/>
          <a:p>
            <a:r>
              <a:t>STATEMENT (full rendering): "…no more than three days before the news reached us of the death of the Messenger of Allah ﷺ."</a:t>
            </a:r>
          </a:p>
          <a:p/>
          <a:p>
            <a:r>
              <a:t>Source: البدایہ والنہایہ ج۷ ص۱۷</a:t>
            </a:r>
          </a:p>
          <a:p/>
          <a:p>
            <a:r>
              <a:t>ALSO IN THE CARD:</a:t>
            </a:r>
          </a:p>
          <a:p>
            <a:r>
              <a:t>**This is the best single opening for the whole ردة block**, because it is spoken by somebody who was</a:t>
            </a:r>
          </a:p>
          <a:p>
            <a:r>
              <a:t>standing in it, and because it says what the crisis was without naming a single tribe.</a:t>
            </a:r>
          </a:p>
          <a:p/>
          <a:p>
            <a:r>
              <a:t>From: Setting: the tribal map, and why the ردة took its shape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Hand-off to Qays b. Makshūḥ · SKIP BEATS 2</a:t>
            </a:r>
          </a:p>
          <a:p/>
          <a:p>
            <a:r>
              <a:t>BEAT 1 of 3 — AAA/E-AW16 · One of the three</a:t>
            </a:r>
          </a:p>
          <a:p/>
          <a:p>
            <a:r>
              <a:t>▶ 1. What Ibn Kathīr called the three — Ibn Kathīr had called the three who killed al-Aswad true brothers and rightful commanders.</a:t>
            </a:r>
          </a:p>
          <a:p>
            <a:r>
              <a:t>  2. Yemen hears of the Prophet's ﷺ death — The news of the Prophet's ﷺ death reached Yemen, and some of its people sank deeper into their doubt.</a:t>
            </a:r>
          </a:p>
          <a:p>
            <a:r>
              <a:t>  3. Qays wants Yemen for himself — One of the three, Qays b. Makshūḥ, began to want the command of Yemen for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3 — AAA/E-AW16 · One of the three</a:t>
            </a:r>
          </a:p>
          <a:p/>
          <a:p>
            <a:r>
              <a:t>  1. What Ibn Kathīr called the three — Ibn Kathīr had called the three who killed al-Aswad true brothers and rightful commanders.</a:t>
            </a:r>
          </a:p>
          <a:p>
            <a:r>
              <a:t>  2. Yemen hears of the Prophet's ﷺ death — The news of the Prophet's ﷺ death reached Yemen, and some of its people sank deeper into their doubt.</a:t>
            </a:r>
          </a:p>
          <a:p>
            <a:r>
              <a:t>▶ 3. Qays wants Yemen for himself — One of the three, Qays b. Makshūḥ, began to want the command of Yemen for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Hand-off to Qays b. Makshūḥ · SKIP BEATS 2</a:t>
            </a:r>
          </a:p>
          <a:p/>
          <a:p>
            <a:r>
              <a:t>WHEN, as the card gives it: after news of the Prophet's ﷺ death reached Yemen, 11 AH `[SOURCED]`</a:t>
            </a:r>
          </a:p>
          <a:p/>
          <a:p>
            <a:r>
              <a:t>AAA/E-AW16 · One of the three</a:t>
            </a:r>
          </a:p>
          <a:p>
            <a:r>
              <a:t>Tier: CORE   When: after the Prophet's ﷺ death</a:t>
            </a:r>
          </a:p>
          <a:p/>
          <a:p>
            <a:r>
              <a:t>Ibn Kathīr had called the three killers true brothers and rightful commanders. Then the news of the Prophet's ﷺ death reached Yemen, and some of its people sank deeper into the doubt they had been in. And one of the three, Qays b. Makshūḥ — the man who had sworn by Dhū al-Khimār's name to save his life, and walked out saying "do what you have to do" — began to want Yemen for himself.</a:t>
            </a:r>
          </a:p>
          <a:p/>
          <a:p>
            <a:r>
              <a:t>MAP: **صنعاء** — blue, and a single red point appearing inside it. Freeze. This is the bookend image for the next segment.</a:t>
            </a:r>
          </a:p>
          <a:p/>
          <a:p>
            <a:r>
              <a:t>عبرت: The man who helped end one false claim wanted the throne it left empty.</a:t>
            </a:r>
          </a:p>
          <a:p/>
          <a:p>
            <a:r>
              <a:t>STATEMENT (full rendering): "And Qays b. Makshūḥ coveted the command of Yemen, worked for it, apostatised from Islam — and the common people of Yemen followed him."</a:t>
            </a:r>
          </a:p>
          <a:p/>
          <a:p>
            <a:r>
              <a:t>Source: البدایہ والنہایہ ج۷ ص۴۲</a:t>
            </a:r>
          </a:p>
          <a:p/>
          <a:p>
            <a:r>
              <a:t>ALSO IN THE CARD:</a:t>
            </a:r>
          </a:p>
          <a:p>
            <a:r>
              <a:t>**Hand-off:** continue with `ridda-campaign-the-conduct-of-the-wars.md` §9.2 and card **E-RC31**.</a:t>
            </a:r>
          </a:p>
          <a:p/>
          <a:p>
            <a:r>
              <a:t>From: Yemen I: al-Aswad al-ʿAnsī, from the Abnāʾ to the dawn adhān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tools/mapstudio/scenes/s03-05-qays-and-the-abna.json in tools/mapstudio/index.html, export step(s) 1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SKIP BEATS 1,2</a:t>
            </a:r>
          </a:p>
          <a:p/>
          <a:p>
            <a:r>
              <a:t>BEAT 3 of 7 — TSY/E-YK01 · Two letters to the same five men</a:t>
            </a:r>
          </a:p>
          <a:p/>
          <a:p>
            <a:r>
              <a:t>  1. When the Prophet ﷺ died — Ṣanʿāʾ was held by Fayrūz ؓ, Dādhawayh and Qays b. Makshūḥ, who had killed al-Aswad together.</a:t>
            </a:r>
          </a:p>
          <a:p>
            <a:r>
              <a:t>  2. Qays wants the Yemen for himself — Until then the three had backed one another; now Qays wanted the Yemen for himself.</a:t>
            </a:r>
          </a:p>
          <a:p>
            <a:r>
              <a:t>▶ 3. Abū Bakr ؓ writes to five chiefs — His first move was not an army. Hold to your religion, help the Abnāʾ, obey Fayrūz ؓ.</a:t>
            </a:r>
          </a:p>
          <a:p>
            <a:r>
              <a:t>  4. Qays writes to the same five men — Kill the Abnāʾ, and drive their families out of the Yemen.</a:t>
            </a:r>
          </a:p>
          <a:p>
            <a:r>
              <a:t>  5. The five answer neither of them — They did not answer Qays, and they did not help the Abnāʾ either.</a:t>
            </a:r>
          </a:p>
          <a:p>
            <a:r>
              <a:t>  6. Qays calls in al-Aswad's scattered men — He wrote to them secretly; still drifting through the country without a leader, they came to him.</a:t>
            </a:r>
          </a:p>
          <a:p>
            <a:r>
              <a:t>  7. Qays comes asking for advice — He asked Fayrūz ؓ and Dādhawayh for advice about his affairs, and they were reassured.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TSY/E-YK01 · Two letters to the same five men</a:t>
            </a:r>
          </a:p>
          <a:p/>
          <a:p>
            <a:r>
              <a:t>  1. When the Prophet ﷺ died — Ṣanʿāʾ was held by Fayrūz ؓ, Dādhawayh and Qays b. Makshūḥ, who had killed al-Aswad together.</a:t>
            </a:r>
          </a:p>
          <a:p>
            <a:r>
              <a:t>  2. Qays wants the Yemen for himself — Until then the three had backed one another; now Qays wanted the Yemen for himself.</a:t>
            </a:r>
          </a:p>
          <a:p>
            <a:r>
              <a:t>  3. Abū Bakr ؓ writes to five chiefs — His first move was not an army. Hold to your religion, help the Abnāʾ, obey Fayrūz ؓ.</a:t>
            </a:r>
          </a:p>
          <a:p>
            <a:r>
              <a:t>▶ 4. Qays writes to the same five men — Kill the Abnāʾ, and drive their families out of the Yemen.</a:t>
            </a:r>
          </a:p>
          <a:p>
            <a:r>
              <a:t>  5. The five answer neither of them — They did not answer Qays, and they did not help the Abnāʾ either.</a:t>
            </a:r>
          </a:p>
          <a:p>
            <a:r>
              <a:t>  6. Qays calls in al-Aswad's scattered men — He wrote to them secretly; still drifting through the country without a leader, they came to him.</a:t>
            </a:r>
          </a:p>
          <a:p>
            <a:r>
              <a:t>  7. Qays comes asking for advice — He asked Fayrūz ؓ and Dādhawayh for advice about his affairs, and they were reassured.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TSY/E-YK01 · Two letters to the same five men</a:t>
            </a:r>
          </a:p>
          <a:p/>
          <a:p>
            <a:r>
              <a:t>  1. When the Prophet ﷺ died — Ṣanʿāʾ was held by Fayrūz ؓ, Dādhawayh and Qays b. Makshūḥ, who had killed al-Aswad together.</a:t>
            </a:r>
          </a:p>
          <a:p>
            <a:r>
              <a:t>  2. Qays wants the Yemen for himself — Until then the three had backed one another; now Qays wanted the Yemen for himself.</a:t>
            </a:r>
          </a:p>
          <a:p>
            <a:r>
              <a:t>  3. Abū Bakr ؓ writes to five chiefs — His first move was not an army. Hold to your religion, help the Abnāʾ, obey Fayrūz ؓ.</a:t>
            </a:r>
          </a:p>
          <a:p>
            <a:r>
              <a:t>  4. Qays writes to the same five men — Kill the Abnāʾ, and drive their families out of the Yemen.</a:t>
            </a:r>
          </a:p>
          <a:p>
            <a:r>
              <a:t>▶ 5. The five answer neither of them — They did not answer Qays, and they did not help the Abnāʾ either.</a:t>
            </a:r>
          </a:p>
          <a:p>
            <a:r>
              <a:t>  6. Qays calls in al-Aswad's scattered men — He wrote to them secretly; still drifting through the country without a leader, they came to him.</a:t>
            </a:r>
          </a:p>
          <a:p>
            <a:r>
              <a:t>  7. Qays comes asking for advice — He asked Fayrūz ؓ and Dādhawayh for advice about his affairs, and they were reassured.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TSY/E-YK01 · Two letters to the same five men</a:t>
            </a:r>
          </a:p>
          <a:p/>
          <a:p>
            <a:r>
              <a:t>  1. When the Prophet ﷺ died — Ṣanʿāʾ was held by Fayrūz ؓ, Dādhawayh and Qays b. Makshūḥ, who had killed al-Aswad together.</a:t>
            </a:r>
          </a:p>
          <a:p>
            <a:r>
              <a:t>  2. Qays wants the Yemen for himself — Until then the three had backed one another; now Qays wanted the Yemen for himself.</a:t>
            </a:r>
          </a:p>
          <a:p>
            <a:r>
              <a:t>  3. Abū Bakr ؓ writes to five chiefs — His first move was not an army. Hold to your religion, help the Abnāʾ, obey Fayrūz ؓ.</a:t>
            </a:r>
          </a:p>
          <a:p>
            <a:r>
              <a:t>  4. Qays writes to the same five men — Kill the Abnāʾ, and drive their families out of the Yemen.</a:t>
            </a:r>
          </a:p>
          <a:p>
            <a:r>
              <a:t>  5. The five answer neither of them — They did not answer Qays, and they did not help the Abnāʾ either.</a:t>
            </a:r>
          </a:p>
          <a:p>
            <a:r>
              <a:t>▶ 6. Qays calls in al-Aswad's scattered men — He wrote to them secretly; still drifting through the country without a leader, they came to him.</a:t>
            </a:r>
          </a:p>
          <a:p>
            <a:r>
              <a:t>  7. Qays comes asking for advice — He asked Fayrūz ؓ and Dādhawayh for advice about his affairs, and they were reassured.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TSY/E-YK01 · Two letters to the same five men</a:t>
            </a:r>
          </a:p>
          <a:p/>
          <a:p>
            <a:r>
              <a:t>  1. When the Prophet ﷺ died — Ṣanʿāʾ was held by Fayrūz ؓ, Dādhawayh and Qays b. Makshūḥ, who had killed al-Aswad together.</a:t>
            </a:r>
          </a:p>
          <a:p>
            <a:r>
              <a:t>  2. Qays wants the Yemen for himself — Until then the three had backed one another; now Qays wanted the Yemen for himself.</a:t>
            </a:r>
          </a:p>
          <a:p>
            <a:r>
              <a:t>  3. Abū Bakr ؓ writes to five chiefs — His first move was not an army. Hold to your religion, help the Abnāʾ, obey Fayrūz ؓ.</a:t>
            </a:r>
          </a:p>
          <a:p>
            <a:r>
              <a:t>  4. Qays writes to the same five men — Kill the Abnāʾ, and drive their families out of the Yemen.</a:t>
            </a:r>
          </a:p>
          <a:p>
            <a:r>
              <a:t>  5. The five answer neither of them — They did not answer Qays, and they did not help the Abnāʾ either.</a:t>
            </a:r>
          </a:p>
          <a:p>
            <a:r>
              <a:t>  6. Qays calls in al-Aswad's scattered men — He wrote to them secretly; still drifting through the country without a leader, they came to him.</a:t>
            </a:r>
          </a:p>
          <a:p>
            <a:r>
              <a:t>▶ 7. Qays comes asking for advice — He asked Fayrūz ؓ and Dādhawayh for advice about his affairs, and they were reassured.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SKIP BEATS 1,2</a:t>
            </a:r>
          </a:p>
          <a:p/>
          <a:p>
            <a:r>
              <a:t>WHEN, as the card gives it: 11 AH, after the news of the Prophet's ﷺ death reached the Yemen `[SOURCED]`</a:t>
            </a:r>
          </a:p>
          <a:p/>
          <a:p>
            <a:r>
              <a:t>TSY/E-YK01 · Two letters to the same five men</a:t>
            </a:r>
          </a:p>
          <a:p>
            <a:r>
              <a:t>Tier: CORE   When: after the Prophet's ﷺ death</a:t>
            </a:r>
          </a:p>
          <a:p/>
          <a:p>
            <a:r>
              <a:t>When the Prophet ﷺ died, Ṣanʿāʾ was held by three men who had killed al-Aswad together — Fayrūz ؓ, Dādhawayh and Qays b. Makshūḥ — and until then the three had backed one another. Qays wanted the Yemen for himself. Abū Bakr ؓ heard, and his first move was not an army. He wrote to five chiefs of the Yemen by name: hold to your religion, stand by the command of Allah, help the Abnāʾ against whoever attacks them, and obey Fayrūz ؓ. Qays wrote to the same five men: kill the Abnāʾ and drive their families out of the Yemen. The five answered neither of them — they did not answer Qays, and they did not help the Abnāʾ either. So Qays wrote secretly to al-Aswad's scattered men, who were still drifting through the country without a leader, and they came to him. And then he went to Fayrūz ؓ and Dādhawayh and asked them for their advice about his affairs — and they were reassured.</a:t>
            </a:r>
          </a:p>
          <a:p/>
          <a:p>
            <a:r>
              <a:t>MAP: صنعاء in blue, with Fayrūz's marker. Five small chiefs' markers in the highlands around it, **left grey**. Two letter-lines reach them — one from المدينة, one from inside صنعاء. **Neither line turns them.**</a:t>
            </a:r>
          </a:p>
          <a:p/>
          <a:p>
            <a:r>
              <a:t>عبرت: The man who comes to ask your advice has not always come for your advice.</a:t>
            </a:r>
          </a:p>
          <a:p/>
          <a:p>
            <a:r>
              <a:t>STATEMENT (full rendering): "He consulted the two of them about his affair — a deception on his part, to confuse them — and they felt secure with him."</a:t>
            </a:r>
          </a:p>
          <a:p/>
          <a:p>
            <a:r>
              <a:t>Source: الکامل فی التاریخ ج۲ ص۲۲۸</a:t>
            </a:r>
          </a:p>
          <a:p/>
          <a:p>
            <a:r>
              <a:t>ALSO IN THE CARD:</a:t>
            </a:r>
          </a:p>
          <a:p>
            <a:r>
              <a:t>**Also on the page:**</a:t>
            </a:r>
          </a:p>
          <a:p/>
          <a:p>
            <a:r>
              <a:t>&gt; وَكَتَبَ أَبُو بَكْرٍ إِلَى عُمَرَ ذِي مُرَّانَ، وَإِلَى سَعِيدٍ ذِي زُودٍ، وَإِلَى الْكَلَاعِ، وَإِلَى حَوْشَبٍ ذِي ظُلَيْمٍ، وَإِلَى شَهْرٍ ذِي نِيَافٍ يَأْمُرُهُمْ بِالتَّمَسُّكِ بِدِينِهِمْ وَالْقِيَامِ بِأَمْرِ اللَّهِ، وَيَأْمُرُهُمْ بِإِعَانَةِ الْأَبْنَاءِ عَلَى مَنْ نَاوَأَهُمْ، وَالسَّمْعِ لِفَيْرُوزَ</a:t>
            </a:r>
          </a:p>
          <a:p>
            <a:r>
              <a:t>&gt; — الکامل فی التاریخ ج۲ ص۲۲۸ · https://shamela.ws/book/21712/919</a:t>
            </a:r>
          </a:p>
          <a:p>
            <a:r>
              <a:t>&gt; *English:* "Abū Bakr wrote to ʿUmar Dhū Murrān, to Saʿīd Dhū Zūd, to al-Kalāʿ, to Ḥawshab Dhū</a:t>
            </a:r>
          </a:p>
          <a:p>
            <a:r>
              <a:t>&gt; Ẓulaym and to Shahr Dhū Niyāf, ordering them to hold fast to their religion and to stand by the</a:t>
            </a:r>
          </a:p>
          <a:p>
            <a:r>
              <a:t>&gt; command of Allah, and ordering them to help the Abnāʾ against whoever opposed them, and to obey</a:t>
            </a:r>
          </a:p>
          <a:p>
            <a:r>
              <a:t>&gt; Fayrūz."</a:t>
            </a:r>
          </a:p>
          <a:p/>
          <a:p>
            <a:r>
              <a:t>⚠ The five names are read from the printed diacritics and are **unverified against a page image**</a:t>
            </a:r>
          </a:p>
          <a:p>
            <a:r>
              <a:t>(§X item 16) — say "five chiefs of the Yemen"; do not project the names. Qays's own letter and the</a:t>
            </a:r>
          </a:p>
          <a:p>
            <a:r>
              <a:t>silence of the five: «فَلَمْ يُجِيبُوهُ وَلَمْ يَنْصُرُوا الْأَبْنَاءَ» (ج۲ ص۲۲۸). **Follow with</a:t>
            </a:r>
          </a:p>
          <a:p>
            <a:r>
              <a:t>`RCT/E-RC31`** (the dinner, and the two women in the street).</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tools/mapstudio/scenes/s03-05-qays-and-the-abna.json in tools/mapstudio/index.html, export step(s) 2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its narrative also tells the deportation and rescue — now YK03/YK17: tell only the dinner and the two women · SKIP BEATS 1,2,7,8,9</a:t>
            </a:r>
          </a:p>
          <a:p/>
          <a:p>
            <a:r>
              <a:t>BEAT 3 of 9 — RCT/E-RC31 · Ṣanʿāʾ: the two women in the street</a:t>
            </a:r>
          </a:p>
          <a:p/>
          <a:p>
            <a:r>
              <a:t>  1. One of the three who killed al-Aswad — Qays b. Makshūḥ had been one of the three men who killed al-Aswad al-ʿAnsī.</a:t>
            </a:r>
          </a:p>
          <a:p>
            <a:r>
              <a:t>  2. He wants Yemen for himself — After the Prophet ﷺ died, Qays wanted Yemen for himself, and turned.</a:t>
            </a:r>
          </a:p>
          <a:p>
            <a:r>
              <a:t>▶ 3. A meal, and two separate invitations — He made a meal and invited the other two men, each on his own.</a:t>
            </a:r>
          </a:p>
          <a:p>
            <a:r>
              <a:t>  4. Dādhawayh comes first — Dādhawayh arrived first, and was killed.</a:t>
            </a:r>
          </a:p>
          <a:p>
            <a:r>
              <a:t>  5. Two women talking in the street — Fayrūz al-Daylamī ؓ, walking to the same house, passed two women; one said he would be killed like Dādhawayh.</a:t>
            </a:r>
          </a:p>
          <a:p>
            <a:r>
              <a:t>  6. He gets out — Hearing it, Fayrūz ؓ got out.</a:t>
            </a:r>
          </a:p>
          <a:p>
            <a:r>
              <a:t>  7. Qays deports the families of the Abnāʾ — One party was sent overland, and one by ship from Aden.</a:t>
            </a:r>
          </a:p>
          <a:p>
            <a:r>
              <a:t>  8. The families brought back — Fayrūz ؓ sent to ʿUqayl and to ʿAkk for help; both rode out and brought the families back.</a:t>
            </a:r>
          </a:p>
          <a:p>
            <a:r>
              <a:t>  9. Two letters to the same five chiefs — Abū Bakr ؓ asked five Yemeni chiefs for support; Qays asked them to kill the Abnāʾ. They answered neither.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RCT/E-RC31 · Ṣanʿāʾ: the two women in the street</a:t>
            </a:r>
          </a:p>
          <a:p/>
          <a:p>
            <a:r>
              <a:t>  1. One of the three who killed al-Aswad — Qays b. Makshūḥ had been one of the three men who killed al-Aswad al-ʿAnsī.</a:t>
            </a:r>
          </a:p>
          <a:p>
            <a:r>
              <a:t>  2. He wants Yemen for himself — After the Prophet ﷺ died, Qays wanted Yemen for himself, and turned.</a:t>
            </a:r>
          </a:p>
          <a:p>
            <a:r>
              <a:t>  3. A meal, and two separate invitations — He made a meal and invited the other two men, each on his own.</a:t>
            </a:r>
          </a:p>
          <a:p>
            <a:r>
              <a:t>▶ 4. Dādhawayh comes first — Dādhawayh arrived first, and was killed.</a:t>
            </a:r>
          </a:p>
          <a:p>
            <a:r>
              <a:t>  5. Two women talking in the street — Fayrūz al-Daylamī ؓ, walking to the same house, passed two women; one said he would be killed like Dādhawayh.</a:t>
            </a:r>
          </a:p>
          <a:p>
            <a:r>
              <a:t>  6. He gets out — Hearing it, Fayrūz ؓ got out.</a:t>
            </a:r>
          </a:p>
          <a:p>
            <a:r>
              <a:t>  7. Qays deports the families of the Abnāʾ — One party was sent overland, and one by ship from Aden.</a:t>
            </a:r>
          </a:p>
          <a:p>
            <a:r>
              <a:t>  8. The families brought back — Fayrūz ؓ sent to ʿUqayl and to ʿAkk for help; both rode out and brought the families back.</a:t>
            </a:r>
          </a:p>
          <a:p>
            <a:r>
              <a:t>  9. Two letters to the same five chiefs — Abū Bakr ؓ asked five Yemeni chiefs for support; Qays asked them to kill the Abnāʾ. They answered neither.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RCT/E-RC31 · Ṣanʿāʾ: the two women in the street</a:t>
            </a:r>
          </a:p>
          <a:p/>
          <a:p>
            <a:r>
              <a:t>  1. One of the three who killed al-Aswad — Qays b. Makshūḥ had been one of the three men who killed al-Aswad al-ʿAnsī.</a:t>
            </a:r>
          </a:p>
          <a:p>
            <a:r>
              <a:t>  2. He wants Yemen for himself — After the Prophet ﷺ died, Qays wanted Yemen for himself, and turned.</a:t>
            </a:r>
          </a:p>
          <a:p>
            <a:r>
              <a:t>  3. A meal, and two separate invitations — He made a meal and invited the other two men, each on his own.</a:t>
            </a:r>
          </a:p>
          <a:p>
            <a:r>
              <a:t>  4. Dādhawayh comes first — Dādhawayh arrived first, and was killed.</a:t>
            </a:r>
          </a:p>
          <a:p>
            <a:r>
              <a:t>▶ 5. Two women talking in the street — Fayrūz al-Daylamī ؓ, walking to the same house, passed two women; one said he would be killed like Dādhawayh.</a:t>
            </a:r>
          </a:p>
          <a:p>
            <a:r>
              <a:t>  6. He gets out — Hearing it, Fayrūz ؓ got out.</a:t>
            </a:r>
          </a:p>
          <a:p>
            <a:r>
              <a:t>  7. Qays deports the families of the Abnāʾ — One party was sent overland, and one by ship from Aden.</a:t>
            </a:r>
          </a:p>
          <a:p>
            <a:r>
              <a:t>  8. The families brought back — Fayrūz ؓ sent to ʿUqayl and to ʿAkk for help; both rode out and brought the families back.</a:t>
            </a:r>
          </a:p>
          <a:p>
            <a:r>
              <a:t>  9. Two letters to the same five chiefs — Abū Bakr ؓ asked five Yemeni chiefs for support; Qays asked them to kill the Abnāʾ. They answered neither.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RCT/E-RC31 · Ṣanʿāʾ: the two women in the street</a:t>
            </a:r>
          </a:p>
          <a:p/>
          <a:p>
            <a:r>
              <a:t>  1. One of the three who killed al-Aswad — Qays b. Makshūḥ had been one of the three men who killed al-Aswad al-ʿAnsī.</a:t>
            </a:r>
          </a:p>
          <a:p>
            <a:r>
              <a:t>  2. He wants Yemen for himself — After the Prophet ﷺ died, Qays wanted Yemen for himself, and turned.</a:t>
            </a:r>
          </a:p>
          <a:p>
            <a:r>
              <a:t>  3. A meal, and two separate invitations — He made a meal and invited the other two men, each on his own.</a:t>
            </a:r>
          </a:p>
          <a:p>
            <a:r>
              <a:t>  4. Dādhawayh comes first — Dādhawayh arrived first, and was killed.</a:t>
            </a:r>
          </a:p>
          <a:p>
            <a:r>
              <a:t>  5. Two women talking in the street — Fayrūz al-Daylamī ؓ, walking to the same house, passed two women; one said he would be killed like Dādhawayh.</a:t>
            </a:r>
          </a:p>
          <a:p>
            <a:r>
              <a:t>▶ 6. He gets out — Hearing it, Fayrūz ؓ got out.</a:t>
            </a:r>
          </a:p>
          <a:p>
            <a:r>
              <a:t>  7. Qays deports the families of the Abnāʾ — One party was sent overland, and one by ship from Aden.</a:t>
            </a:r>
          </a:p>
          <a:p>
            <a:r>
              <a:t>  8. The families brought back — Fayrūz ؓ sent to ʿUqayl and to ʿAkk for help; both rode out and brought the families back.</a:t>
            </a:r>
          </a:p>
          <a:p>
            <a:r>
              <a:t>  9. Two letters to the same five chiefs — Abū Bakr ؓ asked five Yemeni chiefs for support; Qays asked them to kill the Abnāʾ. They answered neither.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 its narrative also tells the deportation and rescue — now YK03/YK17: tell only the dinner and the two women · SKIP BEATS 1,2,7,8,9</a:t>
            </a:r>
          </a:p>
          <a:p/>
          <a:p>
            <a:r>
              <a:t>WHEN, as the card gives it: ۱۱ھ, اليمن `[SOURCED]`</a:t>
            </a:r>
          </a:p>
          <a:p/>
          <a:p>
            <a:r>
              <a:t>RCT/E-RC31 · Ṣanʿāʾ: the two women in the street</a:t>
            </a:r>
          </a:p>
          <a:p>
            <a:r>
              <a:t>Tier: GOOD   When: 11 AH, Yemen</a:t>
            </a:r>
          </a:p>
          <a:p/>
          <a:p>
            <a:r>
              <a:t>Qays b. Makshūḥ had been one of the three men who killed al-Aswad al-ʿAnsī. After the Prophet ﷺ died he wanted Yemen for himself, and turned. He made a meal and invited the other two separately. Dādhawayh came first and was killed. Fayrūz al-Daylamī ؓ was walking to the same house when he passed two women talking. Then Qays took the families of the Abnāʾ and deported them — one party overland, one by ship from Aden — and Fayrūz ؓ sent to ʿUqayl and to ʿAkk for help, and both of them rode out and brought the families back.</a:t>
            </a:r>
          </a:p>
          <a:p/>
          <a:p>
            <a:r>
              <a:t>MAP: صنعاء goes red. A thin blue line escapes it to **جبل خَوْلان**. Two convoys leave — one overland, one by sea from **عَدَن** — and both are intercepted and turned back.</a:t>
            </a:r>
          </a:p>
          <a:p/>
          <a:p>
            <a:r>
              <a:t>عبرت: He was saved by a sentence spoken by someone who was not talking to him.</a:t>
            </a:r>
          </a:p>
          <a:p/>
          <a:p>
            <a:r>
              <a:t>STATEMENT (full rendering): "When he came near, he heard two women talking, and one of them said: this one will be killed just as Dādhawayh was killed — so he got out."</a:t>
            </a:r>
          </a:p>
          <a:p/>
          <a:p>
            <a:r>
              <a:t>Source: الکامل ج۲ ص۲۲۸</a:t>
            </a:r>
          </a:p>
          <a:p/>
          <a:p>
            <a:r>
              <a:t>ALSO IN THE CARD:</a:t>
            </a:r>
          </a:p>
          <a:p>
            <a:r>
              <a:t>**Also on the page:** Abū Bakr ؓ wrote to five Yemeni chiefs by name asking for support; Qays wrote to</a:t>
            </a:r>
          </a:p>
          <a:p>
            <a:r>
              <a:t>the same men asking them to kill the Abnāʾ. «**فَلَمْ يُجِيبُوهُ وَلَمْ يَنْصُرُوا الْأَبْنَاءَ**» — *they</a:t>
            </a:r>
          </a:p>
          <a:p>
            <a:r>
              <a:t>answered neither.* **Draw that neutral middle on the map.**</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TSY/E-YK02 · Up the mountain of Khawlān</a:t>
            </a:r>
          </a:p>
          <a:p>
            <a:r>
              <a:t>Tier: GOOD   When: 11 AH `[SOURCED]`</a:t>
            </a:r>
          </a:p>
          <a:p/>
          <a:p>
            <a:r>
              <a:t>Fayrūz ؓ had turned back in the street and Qays's men were after him. He rode out at a gallop. On the way Jishnas — whom Qays had also invited — met him and turned round and rode with him. They made for the mountain of Khawlān — Khawlān were Fayrūz's ؓ mother's people — and they climbed it. Qays's horsemen came back and told him. Qays rose in Ṣanʿāʾ and the country round it, and al-Aswad's old horsemen came in to him. A body of men gathered to Fayrūz ؓ, and he wrote to Abū Bakr ؓ to tell him. And in the very tribes whose chiefs Abū Bakr ؓ had written to, the ordinary men went over to Qays — while the chiefs themselves stood aside.</a:t>
            </a:r>
          </a:p>
          <a:p/>
          <a:p>
            <a:r>
              <a:t>MAP: A thin blue line runs out of صنعاء at speed and climbs</a:t>
            </a:r>
          </a:p>
          <a:p/>
          <a:p>
            <a:r>
              <a:t>عبرت: When a man's own city turned on him, it was his mother's people who took him in.</a:t>
            </a:r>
          </a:p>
          <a:p/>
          <a:p>
            <a:r>
              <a:t>STATEMENT (full rendering): "Qays's men went after him; he rode out at a gallop. Jishnas met him and turned back with him, and the two made for the mountain of Khawlān — Khawlān were Fayrūz's maternal kin — and they climbed the mountain."</a:t>
            </a:r>
          </a:p>
          <a:p/>
          <a:p>
            <a:r>
              <a:t>Source: الکامل فی التاریخ ج۲ ص۲۲۸</a:t>
            </a:r>
          </a:p>
          <a:p/>
          <a:p>
            <a:r>
              <a:t>ALSO IN THE CARD:</a:t>
            </a:r>
          </a:p>
          <a:p>
            <a:r>
              <a:t>**Also on the page:**</a:t>
            </a:r>
          </a:p>
          <a:p/>
          <a:p>
            <a:r>
              <a:t>&gt; وَاجْتَمَعَ إِلَى قَيْسٍ عَوَامُّ قَبَائِلِ مَنْ كَتَبَ أَبُو بَكْرٍ إِلَى رُؤَسَائِهِمْ، وَاعْتَزَلَ الرُّؤَسَاءُ</a:t>
            </a:r>
          </a:p>
          <a:p>
            <a:r>
              <a:t>&gt; — الکامل فی التاریخ ج۲ ص۲۲۸ · https://shamela.ws/book/21712/919</a:t>
            </a:r>
          </a:p>
          <a:p>
            <a:r>
              <a:t>&gt; *English:* "The common people of the tribes whose chiefs Abū Bakr had written to gathered to Qays —</a:t>
            </a:r>
          </a:p>
          <a:p>
            <a:r>
              <a:t>&gt; and the chiefs held aloof."</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TSY/E-YK02 · Up the mountain of Khawlān</a:t>
            </a:r>
          </a:p>
          <a:p/>
          <a:p>
            <a:r>
              <a:t>  1. Fayrūz ؓ rides out at a gallop — He had turned back in the street, and Qays's men were after him.</a:t>
            </a:r>
          </a:p>
          <a:p>
            <a:r>
              <a:t>  2. Jishnas turns and rides with him — Qays had invited Jishnas too; he met Fayrūz ؓ on the way and turned back with him.</a:t>
            </a:r>
          </a:p>
          <a:p>
            <a:r>
              <a:t>  3. Up the mountain of Khawlān — Khawlān were Fayrūz's ؓ mother's people, and the two men climbed the mountain.</a:t>
            </a:r>
          </a:p>
          <a:p>
            <a:r>
              <a:t>  4. Qays's horsemen come back — They came back and told Qays.</a:t>
            </a:r>
          </a:p>
          <a:p>
            <a:r>
              <a:t>  5. Qays rises in Ṣanʿāʾ — He rose in the city and the country round it, and al-Aswad's old horsemen came in to him.</a:t>
            </a:r>
          </a:p>
          <a:p>
            <a:r>
              <a:t>  6. Men gather to Fayrūz ؓ — A body of men gathered to him, and he wrote to Abū Bakr ؓ to tell him.</a:t>
            </a:r>
          </a:p>
          <a:p>
            <a:r>
              <a:t>▶ 7. The chiefs stand aside — In the tribes Abū Bakr ؓ had written to, the ordinary men went over to Qays.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«الحقوا بأرضكم» · SKIP BEATS 1 (if #2 was dropped at the lectern, say it from the notes)</a:t>
            </a:r>
          </a:p>
          <a:p/>
          <a:p>
            <a:r>
              <a:t>BEAT 2 of 5 — TSY/E-YK03 · "Go back to your own land"</a:t>
            </a:r>
          </a:p>
          <a:p/>
          <a:p>
            <a:r>
              <a:t>  1. Who the Abnāʾ were — Descended from Persians who helped Sayf b. Dhī Yazan against the Abyssinians; they stayed and married among the Arabs.</a:t>
            </a:r>
          </a:p>
          <a:p>
            <a:r>
              <a:t>▶ 2. Qays does it himself — He now did himself what he had asked the five chiefs to do: drive out the Abnāʾ's families.</a:t>
            </a:r>
          </a:p>
          <a:p>
            <a:r>
              <a:t>  3. The Abnāʾ divided three ways — The families of the men who had stayed behind, he left where they were.</a:t>
            </a:r>
          </a:p>
          <a:p>
            <a:r>
              <a:t>  4. Two parties of families sent away — The families of the men with Fayrūz ؓ: one party to Aden and the sea, one overland.</a:t>
            </a:r>
          </a:p>
          <a:p>
            <a:r>
              <a:t>  5. One sentence for all of them — And Qays said the same thing to all of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TSY/E-YK03 · "Go back to your own land"</a:t>
            </a:r>
          </a:p>
          <a:p/>
          <a:p>
            <a:r>
              <a:t>  1. Who the Abnāʾ were — Descended from Persians who helped Sayf b. Dhī Yazan against the Abyssinians; they stayed and married among the Arabs.</a:t>
            </a:r>
          </a:p>
          <a:p>
            <a:r>
              <a:t>  2. Qays does it himself — He now did himself what he had asked the five chiefs to do: drive out the Abnāʾ's families.</a:t>
            </a:r>
          </a:p>
          <a:p>
            <a:r>
              <a:t>▶ 3. The Abnāʾ divided three ways — The families of the men who had stayed behind, he left where they were.</a:t>
            </a:r>
          </a:p>
          <a:p>
            <a:r>
              <a:t>  4. Two parties of families sent away — The families of the men with Fayrūz ؓ: one party to Aden and the sea, one overland.</a:t>
            </a:r>
          </a:p>
          <a:p>
            <a:r>
              <a:t>  5. One sentence for all of them — And Qays said the same thing to all of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TSY/E-YK03 · "Go back to your own land"</a:t>
            </a:r>
          </a:p>
          <a:p/>
          <a:p>
            <a:r>
              <a:t>  1. Who the Abnāʾ were — Descended from Persians who helped Sayf b. Dhī Yazan against the Abyssinians; they stayed and married among the Arabs.</a:t>
            </a:r>
          </a:p>
          <a:p>
            <a:r>
              <a:t>  2. Qays does it himself — He now did himself what he had asked the five chiefs to do: drive out the Abnāʾ's families.</a:t>
            </a:r>
          </a:p>
          <a:p>
            <a:r>
              <a:t>  3. The Abnāʾ divided three ways — The families of the men who had stayed behind, he left where they were.</a:t>
            </a:r>
          </a:p>
          <a:p>
            <a:r>
              <a:t>▶ 4. Two parties of families sent away — The families of the men with Fayrūz ؓ: one party to Aden and the sea, one overland.</a:t>
            </a:r>
          </a:p>
          <a:p>
            <a:r>
              <a:t>  5. One sentence for all of them — And Qays said the same thing to all of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TSY/E-YK03 · "Go back to your own land"</a:t>
            </a:r>
          </a:p>
          <a:p/>
          <a:p>
            <a:r>
              <a:t>  1. Who the Abnāʾ were — Descended from Persians who helped Sayf b. Dhī Yazan against the Abyssinians; they stayed and married among the Arabs.</a:t>
            </a:r>
          </a:p>
          <a:p>
            <a:r>
              <a:t>  2. Qays does it himself — He now did himself what he had asked the five chiefs to do: drive out the Abnāʾ's families.</a:t>
            </a:r>
          </a:p>
          <a:p>
            <a:r>
              <a:t>  3. The Abnāʾ divided three ways — The families of the men who had stayed behind, he left where they were.</a:t>
            </a:r>
          </a:p>
          <a:p>
            <a:r>
              <a:t>  4. Two parties of families sent away — The families of the men with Fayrūz ؓ: one party to Aden and the sea, one overland.</a:t>
            </a:r>
          </a:p>
          <a:p>
            <a:r>
              <a:t>▶ 5. One sentence for all of them — And Qays said the same thing to all of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«الحقوا بأرضكم» · SKIP BEATS 1 (if #2 was dropped at the lectern, say it from the notes)</a:t>
            </a:r>
          </a:p>
          <a:p/>
          <a:p>
            <a:r>
              <a:t>TSY/E-YK03 · "Go back to your own land"</a:t>
            </a:r>
          </a:p>
          <a:p>
            <a:r>
              <a:t>Tier: CORE   When: 11 AH `[SOURCED]`</a:t>
            </a:r>
          </a:p>
          <a:p/>
          <a:p>
            <a:r>
              <a:t>The Abnāʾ were the descendants of the Persians who had come to the Yemen in the time of Sayf b. Dhī Yazan, helped him against the Abyssinians, and stayed — they settled there and married among the Arabs. What Qays had asked the five chiefs to do — drive the families of the Abnāʾ out of the Yemen — he now did himself. He divided the Abnāʾ three ways. The families of the men who had stayed behind, he left where they were. The families of the men who had gone with Fayrūz ؓ, he split in two: one party he sent to Aden, to be carried away by sea; the other he sent off overland. And he said the same thing to all of them.</a:t>
            </a:r>
          </a:p>
          <a:p/>
          <a:p>
            <a:r>
              <a:t>MAP: From صنعاء, two convoys of families leave: one south towards **عَدَن** and the sea, one overland. Hold them there, still moving.</a:t>
            </a:r>
          </a:p>
          <a:p/>
          <a:p>
            <a:r>
              <a:t>عبرت: The man who had stood beside the Abnāʾ against al-Aswad now told their families that the Yemen was not their land.</a:t>
            </a:r>
          </a:p>
          <a:p/>
          <a:p>
            <a:r>
              <a:t>HANDS UP: Before telling it: *"Qays has Ṣanʿāʾ and he has the families of his enemies. What does he do with them?"*</a:t>
            </a:r>
          </a:p>
          <a:p/>
          <a:p>
            <a:r>
              <a:t>STATEMENT (full rendering): "And he said to all of them: Go back to your own land."</a:t>
            </a:r>
          </a:p>
          <a:p/>
          <a:p>
            <a:r>
              <a:t>Source: الکامل فی التاریخ ج۲ ص۲۲۸</a:t>
            </a:r>
          </a:p>
          <a:p/>
          <a:p>
            <a:r>
              <a:t>ALSO IN THE CARD:</a:t>
            </a:r>
          </a:p>
          <a:p>
            <a:r>
              <a:t>**Also on the page:**</a:t>
            </a:r>
          </a:p>
          <a:p/>
          <a:p>
            <a:r>
              <a:t>&gt; وَعَمَدَ قَيْسٌ إِلَى الْأَنْبَاءِ فَفَرَّقَهُمْ ثَلَاثَ فِرَقٍ: مَنْ أَقَامَ أَقَرَّ عِيَالَهُ، وَالَّذِينَ سَارُوا مَعَ فَيْرُوزَ فَرَّقَ عِيَالَهُمْ فِرْقَتَيْنِ، فَوَجَّهَ إِحْدَاهَا إِلَى عَدَنَ لِيَحْمِلُوا فِي الْبَحْرِ، وَحَمَلَ الْأُخْرَى فِي الْبَرِّ، وَقَالَ لَهُمْ جَمِيعِهِمْ: الْحَقُوا بِأَرْضِكُمْ.</a:t>
            </a:r>
          </a:p>
          <a:p>
            <a:r>
              <a:t>&gt; — الکامل فی التاریخ ج۲ ص۲۲۸ · https://shamela.ws/book/21712/919</a:t>
            </a:r>
          </a:p>
          <a:p>
            <a:r>
              <a:t>&gt; *English:* "Qays turned to the Abnāʾ and divided them three ways. Those who stayed, he left their</a:t>
            </a:r>
          </a:p>
          <a:p>
            <a:r>
              <a:t>&gt; households alone. The households of those who had gone with Fayrūz he split in two: one party he</a:t>
            </a:r>
          </a:p>
          <a:p>
            <a:r>
              <a:t>&gt; sent to Aden, to be carried by sea, the other he carried overland. And he said to all of them: Go</a:t>
            </a:r>
          </a:p>
          <a:p>
            <a:r>
              <a:t>&gt; back to your own land."</a:t>
            </a:r>
          </a:p>
          <a:p/>
          <a:p>
            <a:r>
              <a:t>&gt; الأبناء: قوم من أبناء فارس أرسلهم كسرى مع سيف بن ذي يزن لما جاء يستنجدهم على الحبشة فنصروه وملكوا اليمن وتديّروها وتزوجوا من العرب</a:t>
            </a:r>
          </a:p>
          <a:p>
            <a:r>
              <a:t>&gt; — البدایہ والنہایہ ج۷ ص۴۲ (ed. fn.) · https://shamela.ws/book/30097/3188</a:t>
            </a:r>
          </a:p>
          <a:p>
            <a:r>
              <a:t>&gt; *English:* "The Abnāʾ: a people descended from the Persians whom Khusraw sent with Sayf b. Dhī Yazan</a:t>
            </a:r>
          </a:p>
          <a:p>
            <a:r>
              <a:t>&gt; when he came asking their help against the Abyssinians. They helped him, took the Yemen, settled</a:t>
            </a:r>
          </a:p>
          <a:p>
            <a:r>
              <a:t>&gt; there, and married among the Arabs."</a:t>
            </a:r>
          </a:p>
          <a:p/>
          <a:p>
            <a:r>
              <a:t>⚠ The printed الکامل has «الأنباء» for «الأبناء» — read it as the Abnāʾ. The definition is the **editor's</a:t>
            </a:r>
          </a:p>
          <a:p>
            <a:r>
              <a:t>footnote**, not Ibn Kathīr's text: say "the editor explains". `AAA/E-AW01` tells who the Abnāʾ were at</a:t>
            </a:r>
          </a:p>
          <a:p>
            <a:r>
              <a:t>length; if that card has been told, drop the first sentence here.</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tools/mapstudio/scenes/s03-05-qays-and-the-abna.json in tools/mapstudio/index.html, export step(s) 3–4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Split out of YK03: the rescue and the battle short of Ṣanʿāʾ. No page says which tribe turned back which convoy</a:t>
            </a:r>
          </a:p>
          <a:p/>
          <a:p>
            <a:r>
              <a:t>BEAT 1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Split out of YK03: the rescue and the battle short of Ṣanʿāʾ. No page says which tribe turned back which convoy</a:t>
            </a:r>
          </a:p>
          <a:p/>
          <a:p>
            <a:r>
              <a:t>TSY/E-YK17 · The families brought back</a:t>
            </a:r>
          </a:p>
          <a:p>
            <a:r>
              <a:t>Tier: CORE   When: 11 AH `[SOURCED]`</a:t>
            </a:r>
          </a:p>
          <a:p/>
          <a:p>
            <a:r>
              <a:t>When Fayrūz ؓ learned what Qays had done with the families, he gave himself wholly to the war. He sent to Banū ʿUqayl b. Rabīʿa b. ʿĀmir to ask for help, and to ʿAkk to ask for help. ʿUqayl rode out and met Qays's horsemen escorting the families of the Abnāʾ; they freed the families and killed the escort. ʿAkk went out and freed another party of the families. Then both tribes sent Fayrūz ؓ men. When they reached him he went out with them and with everyone who had gathered to him, and met Qays short of Ṣanʿāʾ. The fighting was hard. Qays and his men were routed; and what was left of al-Aswad's men — with Qays among them — were left wandering in the country between Ṣanʿāʾ and Najrān.</a:t>
            </a:r>
          </a:p>
          <a:p/>
          <a:p>
            <a:r>
              <a:t>MAP: The two convoys of families, still moving. Two blue lines come in — one from **بنو عُقَيل**, one from **عَكّ** — and each meets a convoy (the page does not say which met which); both convoys **turn back**. Men from both tribes join Fayrūz's ؓ blue block. It moves out and meets Qays's red block **just short of صنعاء**; the red block breaks and</a:t>
            </a:r>
          </a:p>
          <a:p/>
          <a:p>
            <a:r>
              <a:t>عبرت: He told families who had married among the Arabs to go back to their own land, and Arab tribes rode out and brought them home.</a:t>
            </a:r>
          </a:p>
          <a:p/>
          <a:p>
            <a:r>
              <a:t>STATEMENT (full rendering): "They met Qays short of Ṣanʿāʾ and fought hard; Qays's side was routed…"</a:t>
            </a:r>
          </a:p>
          <a:p/>
          <a:p>
            <a:r>
              <a:t>Source: الکامل فی التاریخ ج۲ ص۲۲۸</a:t>
            </a:r>
          </a:p>
          <a:p/>
          <a:p>
            <a:r>
              <a:t>ALSO IN THE CARD:</a:t>
            </a:r>
          </a:p>
          <a:p>
            <a:r>
              <a:t>**Also on the page:**</a:t>
            </a:r>
          </a:p>
          <a:p/>
          <a:p>
            <a:r>
              <a:t>&gt; فَلَمَّا عَلِمَ فَيْرُوزُ ذَلِكَ جَدَّ فِي حَرْبِهِ وَتَجَرَّدَ لَهَا، وَأَرْسَلَ إِلَى بَنِي عُقَيْلِ بْنِ رَبِيعَةَ بْنِ عَامِرٍ يَسْتَمِدُّهُمْ، وَإِلَى عَكٍّ يَسْتَمِدُّهُمْ</a:t>
            </a:r>
          </a:p>
          <a:p>
            <a:r>
              <a:t>&gt; — الکامل فی التاریخ ج۲ ص۲۲۸ · https://shamela.ws/book/21712/919</a:t>
            </a:r>
          </a:p>
          <a:p>
            <a:r>
              <a:t>&gt; *English:* "When Fayrūz learned of that, he threw himself into his war and gave himself wholly to</a:t>
            </a:r>
          </a:p>
          <a:p>
            <a:r>
              <a:t>&gt; it, and sent to Banū ʿUqayl b. Rabīʿa b. ʿĀmir asking for help, and to ʿAkk asking for help."</a:t>
            </a:r>
          </a:p>
          <a:p/>
          <a:p>
            <a:r>
              <a:t>**Ibn Kathīr's shorter telling** — no convoys intercepted; in his order ʿUqayl and ʿAkk had already come</a:t>
            </a:r>
          </a:p>
          <a:p>
            <a:r>
              <a:t>to help Fayrūz ؓ among Khawlān («وساعدته عقيلٌ، وعكٌّ وخلقٌ», same page):</a:t>
            </a:r>
          </a:p>
          <a:p/>
          <a:p>
            <a:r>
              <a:t>&gt; وعمد قيسٌ إلى ذراري فيروز وداذويه والأبناء فأجلاهم عن اليمن، وأرسل طائفة في البر وطائفة في البحر، فاحتدّ فيروزُ فخرجَ في خلقٍ كثيرٍ، فتصادفَ هو وقيسٌ فاقتتلوا قتالًا شديدًا فهزم قيسًا وجنده من العوام، وبقية جند الأسود العنسي</a:t>
            </a:r>
          </a:p>
          <a:p>
            <a:r>
              <a:t>&gt; — البدایہ والنہایہ ج۷ ص۴۳ · https://shamela.ws/book/30097/3189</a:t>
            </a:r>
          </a:p>
          <a:p>
            <a:r>
              <a:t>&gt; *English:* "Qays turned to the families of Fayrūz, of Dādhawayh and of the Abnāʾ and drove them out</a:t>
            </a:r>
          </a:p>
          <a:p>
            <a:r>
              <a:t>&gt; of the Yemen, sending one party by land and one by sea. Fayrūz was roused and went out with a great</a:t>
            </a:r>
          </a:p>
          <a:p>
            <a:r>
              <a:t>&gt; many men; he and Qays met and fought hard, and he routed Qays and his troops from the common people,</a:t>
            </a:r>
          </a:p>
          <a:p>
            <a:r>
              <a:t>&gt; and what was left of the troops of al-Aswad al-ʿAnsī."</a:t>
            </a:r>
          </a:p>
          <a:p/>
          <a:p>
            <a:r>
              <a:t>Record both tellings side by side. ⚠ **Neither الکامل nor البدایہ says here that Fayrūz ؓ re-entered</a:t>
            </a:r>
          </a:p>
          <a:p>
            <a:r>
              <a:t>Ṣanʿāʾ**; الکامل has al-Muhājir ؓ enter it (`E-YK05`). Do not turn صنعاء blue on this card.</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TSY/E-YK17 · The families brought back</a:t>
            </a:r>
          </a:p>
          <a:p/>
          <a:p>
            <a:r>
              <a:t>  1. Fayrūz ؓ gives himself to the war — When he learned what Qays had done with the families, he threw himself wholly into the war.</a:t>
            </a:r>
          </a:p>
          <a:p>
            <a:r>
              <a:t>  2. He sends to ʿUqayl and to ʿAkk — Fayrūz ؓ sent to Banū ʿUqayl b. Rabīʿa b. ʿĀmir for help, and to ʿAkk for help.</a:t>
            </a:r>
          </a:p>
          <a:p>
            <a:r>
              <a:t>  3. ʿUqayl frees a convoy — They met Qays's horsemen escorting the families of the Abnāʾ, freed the families, and killed the escort.</a:t>
            </a:r>
          </a:p>
          <a:p>
            <a:r>
              <a:t>  4. ʿAkk frees another — ʿAkk went out and freed another party of the families.</a:t>
            </a:r>
          </a:p>
          <a:p>
            <a:r>
              <a:t>  5. Both tribes send Fayrūz ؓ men — He went out with them, and with everyone who had gathered to him.</a:t>
            </a:r>
          </a:p>
          <a:p>
            <a:r>
              <a:t>  6. The battle short of Ṣanʿāʾ — He met Qays short of Ṣanʿāʾ, and the fighting was hard.</a:t>
            </a:r>
          </a:p>
          <a:p>
            <a:r>
              <a:t>  7. Qays is routed — Qays's side broke; al-Aswad's remaining men, Qays with them, were left wandering between Ṣanʿāʾ and Najrān.</a:t>
            </a:r>
          </a:p>
          <a:p>
            <a:r>
              <a:t>▶ 8. Ibn Kathīr tells it more briefly — In his telling no convoys are intercepted; ʿUqayl and ʿAkk had already come to help Fayrūz ؓ among Khawlān.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Tabūk, and Umm Salama ؓ</a:t>
            </a:r>
          </a:p>
          <a:p/>
          <a:p>
            <a:r>
              <a:t>BEAT 1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Tabūk, and Umm Salama ؓ</a:t>
            </a:r>
          </a:p>
          <a:p/>
          <a:p>
            <a:r>
              <a:t>WHEN, as the card gives it: the Tabūk campaign, then 11 AH `[SOURCED]` — no page here gives Tabūk's year</a:t>
            </a:r>
          </a:p>
          <a:p/>
          <a:p>
            <a:r>
              <a:t>TSY/E-YK04 · Why al-Muhājir ؓ had not gone</a:t>
            </a:r>
          </a:p>
          <a:p>
            <a:r>
              <a:t>Tier: CORE   When: the Tabūk campaign, then 11 AH</a:t>
            </a:r>
          </a:p>
          <a:p/>
          <a:p>
            <a:r>
              <a:t>Al-Muhājir b. Abī Umayya ؓ had stayed behind when the Prophet ﷺ marched to Tabūk, and the Prophet ﷺ came back displeased with him. His sister was Umm Salama ؓ, the Prophet's ﷺ wife. One day she was washing the Prophet's ﷺ head, and she said one sentence. She saw him soften. She signed to her servant to bring her brother in, and al-Muhājir ؓ gave his excuse, and kept giving it, until the Prophet ﷺ was pleased with him — and appointed him governor of Kinda. He had not yet set out when the Prophet ﷺ died. While he was still in Medina he had left Ziyād b. Labīd ؓ in charge of his post. So Abū Bakr ؓ sent him south with a double order: first fight those in the Yemen, then go on to the post the Prophet ﷺ had given him. Ibn Kathīr's list of the commanders sent out from Dhū al-Qaṣṣa gives the Yemen half of that order in full: al-Muhājir ؓ was to go against the troops of al-ʿAnsī, and to help the Abnāʾ against Qays b. Makshūḥ.</a:t>
            </a:r>
          </a:p>
          <a:p/>
          <a:p>
            <a:r>
              <a:t>MAP: No movement. **المدينة** only, with a dotted line south to **كِندة** in حضرموت that is **drawn and not travelled**.</a:t>
            </a:r>
          </a:p>
          <a:p/>
          <a:p>
            <a:r>
              <a:t>عبرت: Abū Bakr ؓ did not cancel the Prophet's ﷺ appointment. He sent the man to fight on the way to it.</a:t>
            </a:r>
          </a:p>
          <a:p/>
          <a:p>
            <a:r>
              <a:t>STATEMENT (full rendering): "While Umm Salama was washing the Prophet's ﷺ head, she said: How can life be any good to me while you are displeased with my brother?"</a:t>
            </a:r>
          </a:p>
          <a:p/>
          <a:p>
            <a:r>
              <a:t>Source: الکامل فی التاریخ ج۲ ص۲۲۹</a:t>
            </a:r>
          </a:p>
          <a:p/>
          <a:p>
            <a:r>
              <a:t>ALSO IN THE CARD:</a:t>
            </a:r>
          </a:p>
          <a:p>
            <a:r>
              <a:t>⚠ The passage is in «» in the printed الکامل — check the page image before a slide. **Ibn Khaldūn</a:t>
            </a:r>
          </a:p>
          <a:p>
            <a:r>
              <a:t>adds that he fell ill** (ابن خلدون ج۲ ص۴۹۱); that is his detail — if used at all, say "Ibn Khaldūn</a:t>
            </a:r>
          </a:p>
          <a:p>
            <a:r>
              <a:t>adds". Do not put "illness" on the slide.</a:t>
            </a:r>
          </a:p>
          <a:p>
            <a:r>
              <a:t>**Also on the page:**</a:t>
            </a:r>
          </a:p>
          <a:p/>
          <a:p>
            <a:r>
              <a:t>&gt; وَالْمُهَاجِرُ بْنُ أَبِي أُمَيَّةَ عَلَى كِنْدَةَ، اسْتَعْمَلَهُ النَّبِيُّ - صَلَّى اللَّهُ عَلَيْهِ وَسَلَّمَ - وَلَمْ يَخْرُجْ إِلَيْهَا حَتَّى تُوُفِّيَ النَّبِيُّ - صَلَّى اللَّهُ عَلَيْهِ وَسَلَّمَ - فَبَعَثَهُ أَبُو بَكْرٍ إِلَى قِتَالِ مَنْ بِالْيَمَنِ، ثُمَّ الْمَسِيرُ بَعْدُ إِلَى عَمَلِهِ</a:t>
            </a:r>
          </a:p>
          <a:p>
            <a:r>
              <a:t>&gt; — الکامل فی التاریخ ج۲ ص۲۲۹ · https://shamela.ws/book/21712/920</a:t>
            </a:r>
          </a:p>
          <a:p>
            <a:r>
              <a:t>&gt; *English:* "And al-Muhājir b. Abī Umayya over Kinda: the Prophet ﷺ appointed him, and he had not</a:t>
            </a:r>
          </a:p>
          <a:p>
            <a:r>
              <a:t>&gt; gone out to it when the Prophet ﷺ died. So Abū Bakr sent him to fight those in the Yemen, and then</a:t>
            </a:r>
          </a:p>
          <a:p>
            <a:r>
              <a:t>&gt; to go on afterwards to his post."</a:t>
            </a:r>
          </a:p>
          <a:p/>
          <a:p>
            <a:r>
              <a:t>&gt; وَكَانَ قَدْ تَخَلَّفَ عَنْ رَسُولِ اللَّهِ - صَلَّى اللَّهُ عَلَيْهِ وَسَلَّمَ - بِتَبُوكَ، فَرَجَعَ رَسُولُ اللَّهِ - صَلَّى اللَّهُ عَلَيْهِ وَسَلَّمَ - وَهُوَ عَاتِبٌ عَلَيْهِ، فَبَيْنَمَا أُمُّ سَلَمَةَ تَغْسِلُ رَأْسَ النَّبِيِّ - صَلَّى اللَّهُ عَلَيْهِ وَسَلَّمَ - قَالَتْ: كَيْفَ يَنْفَعُنِي عَيْشٌ وَأَنْتَ عَاتِبٌ عَلَى أَخِي؟ فَرَأَتْ مِنْهُ رِقَّةً، فَأَوْمَأَتْ إِلَى خَادِمِهَا فَدَعَتْهُ، فَلَمْ يَزَلْ بِالنَّبِيِّ - صَلَّى اللَّهُ عَلَيْهِ وَسَلَّمَ - يَذْكُرُ عُذْرَهُ حَتَّى رَضِيَ عَنْهُ وَاسْتَعْمَلَهُ عَلَى كِنْدَةَ.</a:t>
            </a:r>
          </a:p>
          <a:p>
            <a:r>
              <a:t>&gt; — الکامل فی التاریخ ج۲ ص۲۲۹–۲۳۰ · https://shamela.ws/book/21712/920</a:t>
            </a:r>
          </a:p>
          <a:p>
            <a:r>
              <a:t>&gt; *English:* "He had stayed behind from the Messenger of Allah ﷺ at Tabūk, and the Messenger of</a:t>
            </a:r>
          </a:p>
          <a:p>
            <a:r>
              <a:t>&gt; Allah ﷺ came back displeased with him. Then, while Umm Salama was washing the Prophet's ﷺ head, she</a:t>
            </a:r>
          </a:p>
          <a:p>
            <a:r>
              <a:t>&gt; said: How can life be any good to me while you are displeased with my brother? She saw him soften,</a:t>
            </a:r>
          </a:p>
          <a:p>
            <a:r>
              <a:t>&gt; and signed to her servant, who called him in; and he kept setting out his excuse to the Prophet ﷺ</a:t>
            </a:r>
          </a:p>
          <a:p>
            <a:r>
              <a:t>&gt; until he was pleased with him, and appointed him over Kinda."</a:t>
            </a:r>
          </a:p>
          <a:p/>
          <a:p>
            <a:r>
              <a:t>&gt; وللمهاجر بن أبي أمية، وأمره بجنود العَنْسي، ومعونة الأبناء على قيس بن مَكْشوح.</a:t>
            </a:r>
          </a:p>
          <a:p>
            <a:r>
              <a:t>&gt; — البدایہ والنہایہ ج۷ ص۲۳ · https://shamela.ws/book/30097/3169</a:t>
            </a:r>
          </a:p>
          <a:p>
            <a:r>
              <a:t>&gt; *English:* "And to al-Muhājir b. Abī Umayya — and he ordered him against the troops of al-ʿAnsī,</a:t>
            </a:r>
          </a:p>
          <a:p>
            <a:r>
              <a:t>&gt; and to help the Abnāʾ against Qays b. Makshūḥ."</a:t>
            </a:r>
          </a:p>
          <a:p/>
          <a:p>
            <a:r>
              <a:t>**Ibn Khaldūn's telling — his wording, attributed to him, framing only; not for a slide:**</a:t>
            </a:r>
          </a:p>
          <a:p/>
          <a:p>
            <a:r>
              <a:t>&gt; وقد كان رسول الله صلى الله عليه وسلم غضب عليه في غزوة تبوك فاسترضته له أم سلمة وولاه على كندة، ومرض فلم يصل إليها، وأقام زياد بن لبيد ينوب عنه</a:t>
            </a:r>
          </a:p>
          <a:p>
            <a:r>
              <a:t>&gt; — تاریخ ابن خلدون ج۲ ص۴۹۱ · https://shamela.ws/book/12320/1288</a:t>
            </a:r>
          </a:p>
          <a:p>
            <a:r>
              <a:t>&gt; *English:* "The Messenger of Allah ﷺ had been angry with him over the Tabūk campaign; Umm Salama won</a:t>
            </a:r>
          </a:p>
          <a:p>
            <a:r>
              <a:t>&gt; his pardon, and he appointed him over Kinda — and he fell ill and did not reach it, and Ziyād b.</a:t>
            </a:r>
          </a:p>
          <a:p>
            <a:r>
              <a:t>&gt; Labīd stayed on as his deputy."</a:t>
            </a:r>
          </a:p>
          <a:p/>
          <a:p>
            <a:r>
              <a:t>The deputy, in الکامل's own words: «وَكَانَ الْمُهَاجِرُ لَمَّا تَأَخَّرَ بِالْمَدِينَةِ قَدِ اسْتَخْلَفَ زِيَادًا عَلَى</a:t>
            </a:r>
          </a:p>
          <a:p>
            <a:r>
              <a:t>عَمَلِهِ» (ج۲ ص۲۳۰). The full commission roster is `RCT/E-RC43`.</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TSY/E-YK04 · Why al-Muhājir ؓ had not gone</a:t>
            </a:r>
          </a:p>
          <a:p/>
          <a:p>
            <a:r>
              <a:t>  1. He stayed behind from Tabūk — Al-Muhājir b. Abī Umayya ؓ did not march to Tabūk, and the Prophet ﷺ came back displeased with him.</a:t>
            </a:r>
          </a:p>
          <a:p>
            <a:r>
              <a:t>  2. His sister was Umm Salama ؓ — She was the wife of the Prophet ﷺ.</a:t>
            </a:r>
          </a:p>
          <a:p>
            <a:r>
              <a:t>  3. One sentence, while washing his head — One day, as she washed the Prophet's ﷺ head, she spoke of her brother.</a:t>
            </a:r>
          </a:p>
          <a:p>
            <a:r>
              <a:t>  4. She saw him soften — She signed to her servant, and her brother was called in.</a:t>
            </a:r>
          </a:p>
          <a:p>
            <a:r>
              <a:t>  5. The excuse, until he was pleased — Al-Muhājir ؓ kept setting out his excuse until the Prophet ﷺ was pleased, and made him governor of Kinda.</a:t>
            </a:r>
          </a:p>
          <a:p>
            <a:r>
              <a:t>  6. The Prophet ﷺ dies before he sets out — He was still in Medina, and had left Ziyād b. Labīd ؓ in charge of his post.</a:t>
            </a:r>
          </a:p>
          <a:p>
            <a:r>
              <a:t>  7. Abū Bakr ؓ gives a double order — First fight those in the Yemen; then go on to the post the Prophet ﷺ gave you.</a:t>
            </a:r>
          </a:p>
          <a:p>
            <a:r>
              <a:t>▶ 8. The Yemen half of the order — Ibn Kathīr's list: go against al-ʿAnsī's troops, and help the Abnāʾ against Qays b. Makshūḥ.</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tools/mapstudio/scenes/s03-06-the-two-armies.json in tools/mapstudio/index.html, export step(s) 1–3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al-Muhājir ؓ and ʿIkrima ؓ</a:t>
            </a:r>
          </a:p>
          <a:p/>
          <a:p>
            <a:r>
              <a:t>BEAT 1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al-Muhājir ؓ and ʿIkrima ؓ</a:t>
            </a:r>
          </a:p>
          <a:p/>
          <a:p>
            <a:r>
              <a:t>TSY/E-YK05 · Two armies come down on the Yemen</a:t>
            </a:r>
          </a:p>
          <a:p>
            <a:r>
              <a:t>Tier: GOOD   When: 11 AH `[SOURCED]`</a:t>
            </a:r>
          </a:p>
          <a:p/>
          <a:p>
            <a:r>
              <a:t>Before either army arrived, two men had been holding each other in place. ʿAmr b. Maʿdī Karib had been with Khālid b. Saʿīd ؓ, and when ʿAmr went over to al-Aswad, Khālid ؓ rode after him, met him, and struck him on the shoulder; ʿAmr fled, and Khālid ؓ took his sword, al-Ṣamṣāma, and his horse. Al-Aswad set ʿAmr opposite Farwa b. Musayk ؓ, who had stayed loyal, and neither could move off his ground because of the other. Then ʿIkrima ؓ came into Abyan from Mahra with a great many men, and al-Muhājir ؓ came to Najrān with men from Mecca and al-Ṭāʾif and Jarīr ؓ with Bajīla. Farwa ؓ joined him. And ʿAmr came in by himself and walked into al-Muhājir's ؓ camp without any safe-conduct. Al-Muhājir ؓ bound him. He took Qays as well, bound him, and sent both to Abū Bakr ؓ. Then he marched on the remnant of al-Aswad's army. They asked for safe-conduct and did not get it, and were killed wherever they were found. Al-Muhājir ؓ entered Ṣanʿāʾ and wrote to Abū Bakr ؓ.</a:t>
            </a:r>
          </a:p>
          <a:p/>
          <a:p>
            <a:r>
              <a:t>MAP: Two blue lines converge. **ʿIkrima ؓ** from</a:t>
            </a:r>
          </a:p>
          <a:p/>
          <a:p>
            <a:r>
              <a:t>عبرت: The chiefs went to Medina to be judged; the men who had followed al-Aswad to the end asked for terms on the field and were refused, and the book gives no reason for either.</a:t>
            </a:r>
          </a:p>
          <a:p/>
          <a:p>
            <a:r>
              <a:t>STATEMENT (full rendering): "ʿAmr b. Maʿdī Karib came in, answering the call, until he walked in on al-Muhājir without any safe-conduct — and al-Muhājir bound him."</a:t>
            </a:r>
          </a:p>
          <a:p/>
          <a:p>
            <a:r>
              <a:t>Source: الکامل فی التاریخ ج۲ ص۲۲۹</a:t>
            </a:r>
          </a:p>
          <a:p/>
          <a:p>
            <a:r>
              <a:t>ALSO IN THE CARD:</a:t>
            </a:r>
          </a:p>
          <a:p>
            <a:r>
              <a:t>**Also on the page:**</a:t>
            </a:r>
          </a:p>
          <a:p/>
          <a:p>
            <a:r>
              <a:t>&gt; وَكَانَ عَمْرٌو مَعَ خَالِدِ بْنِ سَعِيدِ بْنِ الْعَاصِ، فَلَمَّا ارْتَدَّ سَارَ إِلَيْهِ خَالِدٌ فَلَقِيَهُ، فَضَرَبَهُ خَالِدٌ عَلَى عَاتِقِهِ فَهَرَبَ مِنْهُ، وَأَخَذَ خَالِدٌ سَيْفَهُ الصَّمْصَامَةَ وَفَرَسَهُ، فَلَمَّا ارْتَدَّ عَمْرٌو جَعَلَهُ الْعَنْسِيُّ بِإِزَاءِ فَرْوَةَ، فَامْتَنَعَ كُلُّ وَاحِدٍ مِنْهُمَا مِنَ الْبَرَاحِ لِمَكَانِ صَاحِبِهِ.</a:t>
            </a:r>
          </a:p>
          <a:p>
            <a:r>
              <a:t>&gt; — الکامل فی التاریخ ج۲ ص۲۲۹ · https://shamela.ws/book/21712/920</a:t>
            </a:r>
          </a:p>
          <a:p>
            <a:r>
              <a:t>&gt; *English:* "ʿAmr had been with Khālid b. Saʿīd b. al-ʿĀṣ. When he apostatised, Khālid went after him</a:t>
            </a:r>
          </a:p>
          <a:p>
            <a:r>
              <a:t>&gt; and met him, struck him on the shoulder, and he fled from him — and Khālid took his sword,</a:t>
            </a:r>
          </a:p>
          <a:p>
            <a:r>
              <a:t>&gt; al-Ṣamṣāma, and his horse. When ʿAmr apostatised, al-ʿAnsī set him opposite Farwa, and neither of</a:t>
            </a:r>
          </a:p>
          <a:p>
            <a:r>
              <a:t>&gt; the two could leave his ground because of the other."</a:t>
            </a:r>
          </a:p>
          <a:p/>
          <a:p>
            <a:r>
              <a:t>&gt; فَبَيْنَمَا هُمْ كَذَلِكَ قَدِمَ عِكْرِمَةُ بْنُ أَبِي جَهْلٍ أَبْيَنَ مِنْ مَهْرَةَ، وَقَدْ تَقَدَّمَ ذِكْرُ قِتَالِ مَهْرَةَ، وَمَعَهُ بَشَرٌ كَثِيرٌ مِنْ مَهْرَةَ وَغَيْرِهِمْ</a:t>
            </a:r>
          </a:p>
          <a:p>
            <a:r>
              <a:t>&gt; — الکامل فی التاریخ ج۲ ص۲۲۹ · https://shamela.ws/book/21712/920</a:t>
            </a:r>
          </a:p>
          <a:p>
            <a:r>
              <a:t>&gt; *English:* "While they were in that state, ʿIkrima b. Abī Jahl came into Abyan from Mahra — the</a:t>
            </a:r>
          </a:p>
          <a:p>
            <a:r>
              <a:t>&gt; fighting in Mahra has been told already — with a great many men from Mahra and elsewhere."</a:t>
            </a:r>
          </a:p>
          <a:p/>
          <a:p>
            <a:r>
              <a:t>&gt; وَقَدِمَ أَيْضًا الْمُهَاجِرُ بْنُ أَبِي أُمَيَّةَ فِي جَمْعٍ مِنْ مَكَّةَ وَالطَّائِفِ وَبَجِيلَةَ مَعَ جَرِيرٍ إِلَى نَجْرَانَ، فَانْضَمَّ إِلَيْهِ فَرْوَةُ بْنُ مُسَيْكٍ الْمُرَادِيُّ، فَأَقْبَلَ عَمْرُو بْنُ مَعْدِي كَرِبَ مُسْتَجِيبًا، حَتَّى دَخَلَ عَلَى الْمُهَاجِرِ مِنْ غَيْرِ أَمَانٍ، فَأَوْثَقَهُ الْمُهَاجِرُ، وَأَخَذَ قَيْسًا أَيْضًا فَأَوْثَقَهُ، وَسَيَّرَهُمَا إِلَى أَبِي بَكْرٍ</a:t>
            </a:r>
          </a:p>
          <a:p>
            <a:r>
              <a:t>&gt; — الکامل فی التاریخ ج۲ ص۲۲۹ · https://shamela.ws/book/21712/920</a:t>
            </a:r>
          </a:p>
          <a:p>
            <a:r>
              <a:t>&gt; *English:* "Al-Muhājir b. Abī Umayya also came, with a force from Mecca, al-Ṭāʾif and Bajīla under</a:t>
            </a:r>
          </a:p>
          <a:p>
            <a:r>
              <a:t>&gt; Jarīr, to Najrān, and Farwa b. Musayk al-Murādī joined him. ʿAmr b. Maʿdī Karib came in, answering</a:t>
            </a:r>
          </a:p>
          <a:p>
            <a:r>
              <a:t>&gt; the call, until he walked in on al-Muhājir without any safe-conduct — and al-Muhājir bound him. He</a:t>
            </a:r>
          </a:p>
          <a:p>
            <a:r>
              <a:t>&gt; took Qays as well and bound him, and sent the two of them to Abū Bakr."</a:t>
            </a:r>
          </a:p>
          <a:p/>
          <a:p>
            <a:r>
              <a:t>&gt; فَسَارَ الْمُهَاجِرُ مِنْ نَجْرَانَ وَالْتَقَتِ الْخُيُولُ عَلَى أَصْحَابِ الْعَنْسِيِّ، فَاسْتَأْمَنُوا فَلَمْ يُؤَمِّنْهُمْ، وَقَتَلَهُمْ بِكُلِّ سَبِيلٍ، ثُمَّ سَارَ إِلَى صَنْعَاءَ فَدَخَلَهَا، وَكَتَبَ إِلَى أَبِي بَكْرٍ بِذَلِكَ.</a:t>
            </a:r>
          </a:p>
          <a:p>
            <a:r>
              <a:t>&gt; — الکامل فی التاریخ ج۲ ص۲۲۹ · https://shamela.ws/book/21712/920</a:t>
            </a:r>
          </a:p>
          <a:p>
            <a:r>
              <a:t>&gt; *English:* "Al-Muhājir marched from Najrān, and the horsemen closed on the men of al-ʿAnsī. They</a:t>
            </a:r>
          </a:p>
          <a:p>
            <a:r>
              <a:t>&gt; asked for safe-conduct and he did not give it; he killed them by every road. Then he went on to</a:t>
            </a:r>
          </a:p>
          <a:p>
            <a:r>
              <a:t>&gt; Ṣanʿāʾ and entered it, and wrote to Abū Bakr of it."</a:t>
            </a:r>
          </a:p>
          <a:p/>
          <a:p>
            <a:r>
              <a:t>⚠ **Do not supply a reason for the refusal**; the page gives none, and Ibn Khaldūn has only the same</a:t>
            </a:r>
          </a:p>
          <a:p>
            <a:r>
              <a:t>outcome (ج۲ ص۴۹۳).</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9 — TSY/E-YK05 · Two armies come down on the Yemen</a:t>
            </a:r>
          </a:p>
          <a:p/>
          <a:p>
            <a:r>
              <a:t>  1. ʿAmr goes over to al-Aswad — ʿAmr b. Maʿdī Karib had been with Khālid b. Saʿīd ؓ, and then went over to al-Aswad.</a:t>
            </a:r>
          </a:p>
          <a:p>
            <a:r>
              <a:t>  2. Khālid ؓ rides after him — He struck ʿAmr on the shoulder; ʿAmr fled, and Khālid ؓ took his sword, al-Ṣamṣāma, and his horse.</a:t>
            </a:r>
          </a:p>
          <a:p>
            <a:r>
              <a:t>  3. Two men pinned in place — Al-Aswad set ʿAmr opposite the loyal Farwa b. Musayk ؓ; neither could leave his ground because of the other.</a:t>
            </a:r>
          </a:p>
          <a:p>
            <a:r>
              <a:t>  4. ʿIkrima ؓ comes into Abyan — He came from Mahra with a great many men.</a:t>
            </a:r>
          </a:p>
          <a:p>
            <a:r>
              <a:t>  5. Al-Muhājir ؓ reaches Najrān — With men from Mecca and al-Ṭāʾif, and Jarīr ؓ with Bajīla; Farwa ؓ joined him.</a:t>
            </a:r>
          </a:p>
          <a:p>
            <a:r>
              <a:t>  6. ʿAmr walks in without safe-conduct — He came in by himself and walked into al-Muhājir's ؓ camp without any safe-conduct.</a:t>
            </a:r>
          </a:p>
          <a:p>
            <a:r>
              <a:t>  7. Both men sent to Abū Bakr ؓ — Al-Muhājir ؓ bound ʿAmr, took and bound Qays as well, and sent both to Abū Bakr ؓ.</a:t>
            </a:r>
          </a:p>
          <a:p>
            <a:r>
              <a:t>  8. Al-Muhājir ؓ marches on al-Aswad's men — They asked for safe-conduct, were refused, and were killed wherever found; the book gives no reason.</a:t>
            </a:r>
          </a:p>
          <a:p>
            <a:r>
              <a:t>▶ 9. Al-Muhājir ؓ enters Ṣanʿāʾ — He entered the city and wrote to Abū Bakr ؓ.</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Pairs with #32 · [HANDS] 3: "What will Abū Bakr ؓ do with them?" — ask at beat 1, before beat 5 answers it</a:t>
            </a:r>
          </a:p>
          <a:p/>
          <a:p>
            <a:r>
              <a:t>BEAT 1 of 5 — TSY/E-YK06 · "Qays — you killed the servants of Allah"</a:t>
            </a:r>
          </a:p>
          <a:p/>
          <a:p>
            <a:r>
              <a:t>▶ 1. Two prisoners before Abū Bakr ؓ — Qays b. Makshūḥ and ʿAmr b. Maʿdī Karib were brought to him in bonds.</a:t>
            </a:r>
          </a:p>
          <a:p>
            <a:r>
              <a:t>  2. He speaks to Qays first — And he did not soften what he said.</a:t>
            </a:r>
          </a:p>
          <a:p>
            <a:r>
              <a:t>  3. Qays denies it — He said he had no hand in the matter of Dādhawayh, killed after coming to his meal.</a:t>
            </a:r>
          </a:p>
          <a:p>
            <a:r>
              <a:t>  4. What the book adds — Ibn al-Athīr adds one plain clause: he had killed him in secret.</a:t>
            </a:r>
          </a:p>
          <a:p>
            <a:r>
              <a:t>  5. Abū Bakr ؓ lets the blood go — He let the matter of Dādhawayh's blood pass.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5 — TSY/E-YK06 · "Qays — you killed the servants of Allah"</a:t>
            </a:r>
          </a:p>
          <a:p/>
          <a:p>
            <a:r>
              <a:t>  1. Two prisoners before Abū Bakr ؓ — Qays b. Makshūḥ and ʿAmr b. Maʿdī Karib were brought to him in bonds.</a:t>
            </a:r>
          </a:p>
          <a:p>
            <a:r>
              <a:t>▶ 2. He speaks to Qays first — And he did not soften what he said.</a:t>
            </a:r>
          </a:p>
          <a:p>
            <a:r>
              <a:t>  3. Qays denies it — He said he had no hand in the matter of Dādhawayh, killed after coming to his meal.</a:t>
            </a:r>
          </a:p>
          <a:p>
            <a:r>
              <a:t>  4. What the book adds — Ibn al-Athīr adds one plain clause: he had killed him in secret.</a:t>
            </a:r>
          </a:p>
          <a:p>
            <a:r>
              <a:t>  5. Abū Bakr ؓ lets the blood go — He let the matter of Dādhawayh's blood pass.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Pairs with #32 · [HANDS] 3: "What will Abū Bakr ؓ do with them?" — ask at beat 1, before beat 5 answers it</a:t>
            </a:r>
          </a:p>
          <a:p/>
          <a:p>
            <a:r>
              <a:t>TSY/E-YK06 · "Qays — you killed the servants of Allah"</a:t>
            </a:r>
          </a:p>
          <a:p>
            <a:r>
              <a:t>Tier: CORE   When: 11–12 AH `[SOURCED]`</a:t>
            </a:r>
          </a:p>
          <a:p/>
          <a:p>
            <a:r>
              <a:t>Qays b. Makshūḥ and ʿAmr b. Maʿdī Karib were brought to Abū Bakr ؓ in bonds. He spoke to Qays first, and he did not soften it. You killed the servants of Allah, he said, and you took the apostates as your close confidants instead of the believers. Qays denied it. He said he had had no hand at all in the matter of Dādhawayh — the man who had come to his meal and been killed there. And the book adds one plain clause: he had killed him in secret. Abū Bakr ؓ let the blood go.</a:t>
            </a:r>
          </a:p>
          <a:p/>
          <a:p>
            <a:r>
              <a:t>MAP: Two prisoner markers arrive at **المدينة** — and then move **back south** to their own clans.</a:t>
            </a:r>
          </a:p>
          <a:p/>
          <a:p>
            <a:r>
              <a:t>عبرت: A charge that could not be proved was not punished, and the man who made the charge said so to his face first.</a:t>
            </a:r>
          </a:p>
          <a:p/>
          <a:p>
            <a:r>
              <a:t>STATEMENT (full rendering): "Qays — you killed the servants of Allah, and took the apostates as your confidants instead of the believers!"</a:t>
            </a:r>
          </a:p>
          <a:p/>
          <a:p>
            <a:r>
              <a:t>Source: الکامل فی التاریخ ج۲ ص۲۲۹</a:t>
            </a:r>
          </a:p>
          <a:p/>
          <a:p>
            <a:r>
              <a:t>ALSO IN THE CARD:</a:t>
            </a:r>
          </a:p>
          <a:p>
            <a:r>
              <a:t>**Also on the page:**</a:t>
            </a:r>
          </a:p>
          <a:p/>
          <a:p>
            <a:r>
              <a:t>&gt; فَقَالَ: يَا قَيْسُ، قَتَلْتَ عِبَادَ اللَّهِ، وَاتَّخَذْتَ الْمُرْتَدِّينَ وَلِيجَةً مِنْ دُونِ الْمُؤْمِنِينَ! فَانْتَفَى قَيْسٌ مِنْ أَنْ يَكُونَ قَارَفَ مِنْ أَمْرِ دَاذَوَيْهِ شَيْئًا، وَكَانَ قَتَلَهُ سِرًّا، فَتَجَافَى لَهُ عَنْ دَمِهِ</a:t>
            </a:r>
          </a:p>
          <a:p>
            <a:r>
              <a:t>&gt; — الکامل فی التاریخ ج۲ ص۲۲۹ · https://shamela.ws/book/21712/920</a:t>
            </a:r>
          </a:p>
          <a:p>
            <a:r>
              <a:t>&gt; *English:* "He said: Qays — you killed the servants of Allah, and took the apostates as your close</a:t>
            </a:r>
          </a:p>
          <a:p>
            <a:r>
              <a:t>&gt; confidants instead of the believers! Qays denied having had any hand in the matter of Dādhawayh —</a:t>
            </a:r>
          </a:p>
          <a:p>
            <a:r>
              <a:t>&gt; he had killed him in secret — and so he let his blood pass."</a:t>
            </a:r>
          </a:p>
          <a:p/>
          <a:p>
            <a:r>
              <a:t>⚠ «وَكَانَ قَتَلَهُ سِرًّا» is **Ibn al-Athīr's narration**, not Abū Bakr's ؓ finding — say "the book says".</a:t>
            </a:r>
          </a:p>
          <a:p>
            <a:r>
              <a:t>«وَلِيجَةً مِنْ دُونِ الْمُؤْمِنِينَ» echoes al-Tawba 9:16 `[STANDARD] (to verify)`; no page here makes the</a:t>
            </a:r>
          </a:p>
          <a:p>
            <a:r>
              <a:t>link, so it is a spoken remark at most, never a slide. **Then `E-YK18`** (the words to ʿAmr), **then</a:t>
            </a:r>
          </a:p>
          <a:p>
            <a:r>
              <a:t>`RCT/E-RC32`**, which carries Ibn Kathīr's summing-up of both men («فقبل منهما علانيتهما، ووكل سرائرهما إلى</a:t>
            </a:r>
          </a:p>
          <a:p>
            <a:r>
              <a:t>الله»). Use one statement per slide.</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5 — TSY/E-YK06 · "Qays — you killed the servants of Allah"</a:t>
            </a:r>
          </a:p>
          <a:p/>
          <a:p>
            <a:r>
              <a:t>  1. Two prisoners before Abū Bakr ؓ — Qays b. Makshūḥ and ʿAmr b. Maʿdī Karib were brought to him in bonds.</a:t>
            </a:r>
          </a:p>
          <a:p>
            <a:r>
              <a:t>  2. He speaks to Qays first — And he did not soften what he said.</a:t>
            </a:r>
          </a:p>
          <a:p>
            <a:r>
              <a:t>▶ 3. Qays denies it — He said he had no hand in the matter of Dādhawayh, killed after coming to his meal.</a:t>
            </a:r>
          </a:p>
          <a:p>
            <a:r>
              <a:t>  4. What the book adds — Ibn al-Athīr adds one plain clause: he had killed him in secret.</a:t>
            </a:r>
          </a:p>
          <a:p>
            <a:r>
              <a:t>  5. Abū Bakr ؓ lets the blood go — He let the matter of Dādhawayh's blood pass.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5 — TSY/E-YK06 · "Qays — you killed the servants of Allah"</a:t>
            </a:r>
          </a:p>
          <a:p/>
          <a:p>
            <a:r>
              <a:t>  1. Two prisoners before Abū Bakr ؓ — Qays b. Makshūḥ and ʿAmr b. Maʿdī Karib were brought to him in bonds.</a:t>
            </a:r>
          </a:p>
          <a:p>
            <a:r>
              <a:t>  2. He speaks to Qays first — And he did not soften what he said.</a:t>
            </a:r>
          </a:p>
          <a:p>
            <a:r>
              <a:t>  3. Qays denies it — He said he had no hand in the matter of Dādhawayh, killed after coming to his meal.</a:t>
            </a:r>
          </a:p>
          <a:p>
            <a:r>
              <a:t>▶ 4. What the book adds — Ibn al-Athīr adds one plain clause: he had killed him in secret.</a:t>
            </a:r>
          </a:p>
          <a:p>
            <a:r>
              <a:t>  5. Abū Bakr ؓ lets the blood go — He let the matter of Dādhawayh's blood pass.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5 — TSY/E-YK06 · "Qays — you killed the servants of Allah"</a:t>
            </a:r>
          </a:p>
          <a:p/>
          <a:p>
            <a:r>
              <a:t>  1. Two prisoners before Abū Bakr ؓ — Qays b. Makshūḥ and ʿAmr b. Maʿdī Karib were brought to him in bonds.</a:t>
            </a:r>
          </a:p>
          <a:p>
            <a:r>
              <a:t>  2. He speaks to Qays first — And he did not soften what he said.</a:t>
            </a:r>
          </a:p>
          <a:p>
            <a:r>
              <a:t>  3. Qays denies it — He said he had no hand in the matter of Dādhawayh, killed after coming to his meal.</a:t>
            </a:r>
          </a:p>
          <a:p>
            <a:r>
              <a:t>  4. What the book adds — Ibn al-Athīr adds one plain clause: he had killed him in secret.</a:t>
            </a:r>
          </a:p>
          <a:p>
            <a:r>
              <a:t>▶ 5. Abū Bakr ؓ lets the blood go — He let the matter of Dādhawayh's blood pass.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Abū Bakr ؓ to ʿAmr, and ʿAmr's answer. No honorific for ʿAmr while in revolt; ʿAmr ؓ after his return (Ibn Kathīr's «﵁», al-Bidāya vol. 7, p. 244) · SKIP BEATS 2,3,4,8</a:t>
            </a:r>
          </a:p>
          <a:p/>
          <a:p>
            <a:r>
              <a:t>BEAT 1 of 8 — TSY/E-YK18 · "Every day routed or taken prisoner"</a:t>
            </a:r>
          </a:p>
          <a:p/>
          <a:p>
            <a:r>
              <a:t>▶ 1. Abū Bakr ؓ turns to ʿAmr — Then he turned to the second prisoner, ʿAmr b. Maʿdī Karib.</a:t>
            </a:r>
          </a:p>
          <a:p>
            <a:r>
              <a:t>  2. Routed by Khālid ؓ — Khālid b. Saʿīd ؓ had struck him, put him to flight, and taken his sword and his horse.</a:t>
            </a:r>
          </a:p>
          <a:p>
            <a:r>
              <a:t>  3. Pinned facing Farwa ؓ — He had been set opposite Farwa ؓ and held in place.</a:t>
            </a:r>
          </a:p>
          <a:p>
            <a:r>
              <a:t>  4. Tied up in al-Muhājir's ؓ camp — In the end he had walked in with no safe-conduct and been bound.</a:t>
            </a:r>
          </a:p>
          <a:p>
            <a:r>
              <a:t>  5. Abū Bakr ؓ asks about shame — Was he not ashamed that every day he was either routed or taken prisoner?</a:t>
            </a:r>
          </a:p>
          <a:p>
            <a:r>
              <a:t>  6. What this religion would have done — Had you helped this religion, Allah would have raised you.</a:t>
            </a:r>
          </a:p>
          <a:p>
            <a:r>
              <a:t>  7. ʿAmr answers in a few words — Very well: I will turn to it, and I will not go back.</a:t>
            </a:r>
          </a:p>
          <a:p>
            <a:r>
              <a:t>  8. Two men go home — Qays and ʿAmr went back to their clans.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TSY/E-YK18 · "Every day routed or taken prisoner"</a:t>
            </a:r>
          </a:p>
          <a:p/>
          <a:p>
            <a:r>
              <a:t>  1. Abū Bakr ؓ turns to ʿAmr — Then he turned to the second prisoner, ʿAmr b. Maʿdī Karib.</a:t>
            </a:r>
          </a:p>
          <a:p>
            <a:r>
              <a:t>  2. Routed by Khālid ؓ — Khālid b. Saʿīd ؓ had struck him, put him to flight, and taken his sword and his horse.</a:t>
            </a:r>
          </a:p>
          <a:p>
            <a:r>
              <a:t>  3. Pinned facing Farwa ؓ — He had been set opposite Farwa ؓ and held in place.</a:t>
            </a:r>
          </a:p>
          <a:p>
            <a:r>
              <a:t>  4. Tied up in al-Muhājir's ؓ camp — In the end he had walked in with no safe-conduct and been bound.</a:t>
            </a:r>
          </a:p>
          <a:p>
            <a:r>
              <a:t>▶ 5. Abū Bakr ؓ asks about shame — Was he not ashamed that every day he was either routed or taken prisoner?</a:t>
            </a:r>
          </a:p>
          <a:p>
            <a:r>
              <a:t>  6. What this religion would have done — Had you helped this religion, Allah would have raised you.</a:t>
            </a:r>
          </a:p>
          <a:p>
            <a:r>
              <a:t>  7. ʿAmr answers in a few words — Very well: I will turn to it, and I will not go back.</a:t>
            </a:r>
          </a:p>
          <a:p>
            <a:r>
              <a:t>  8. Two men go home — Qays and ʿAmr went back to their clans.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TSY/E-YK18 · "Every day routed or taken prisoner"</a:t>
            </a:r>
          </a:p>
          <a:p/>
          <a:p>
            <a:r>
              <a:t>  1. Abū Bakr ؓ turns to ʿAmr — Then he turned to the second prisoner, ʿAmr b. Maʿdī Karib.</a:t>
            </a:r>
          </a:p>
          <a:p>
            <a:r>
              <a:t>  2. Routed by Khālid ؓ — Khālid b. Saʿīd ؓ had struck him, put him to flight, and taken his sword and his horse.</a:t>
            </a:r>
          </a:p>
          <a:p>
            <a:r>
              <a:t>  3. Pinned facing Farwa ؓ — He had been set opposite Farwa ؓ and held in place.</a:t>
            </a:r>
          </a:p>
          <a:p>
            <a:r>
              <a:t>  4. Tied up in al-Muhājir's ؓ camp — In the end he had walked in with no safe-conduct and been bound.</a:t>
            </a:r>
          </a:p>
          <a:p>
            <a:r>
              <a:t>  5. Abū Bakr ؓ asks about shame — Was he not ashamed that every day he was either routed or taken prisoner?</a:t>
            </a:r>
          </a:p>
          <a:p>
            <a:r>
              <a:t>▶ 6. What this religion would have done — Had you helped this religion, Allah would have raised you.</a:t>
            </a:r>
          </a:p>
          <a:p>
            <a:r>
              <a:t>  7. ʿAmr answers in a few words — Very well: I will turn to it, and I will not go back.</a:t>
            </a:r>
          </a:p>
          <a:p>
            <a:r>
              <a:t>  8. Two men go home — Qays and ʿAmr went back to their clans.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TSY/E-YK18 · "Every day routed or taken prisoner"</a:t>
            </a:r>
          </a:p>
          <a:p/>
          <a:p>
            <a:r>
              <a:t>  1. Abū Bakr ؓ turns to ʿAmr — Then he turned to the second prisoner, ʿAmr b. Maʿdī Karib.</a:t>
            </a:r>
          </a:p>
          <a:p>
            <a:r>
              <a:t>  2. Routed by Khālid ؓ — Khālid b. Saʿīd ؓ had struck him, put him to flight, and taken his sword and his horse.</a:t>
            </a:r>
          </a:p>
          <a:p>
            <a:r>
              <a:t>  3. Pinned facing Farwa ؓ — He had been set opposite Farwa ؓ and held in place.</a:t>
            </a:r>
          </a:p>
          <a:p>
            <a:r>
              <a:t>  4. Tied up in al-Muhājir's ؓ camp — In the end he had walked in with no safe-conduct and been bound.</a:t>
            </a:r>
          </a:p>
          <a:p>
            <a:r>
              <a:t>  5. Abū Bakr ؓ asks about shame — Was he not ashamed that every day he was either routed or taken prisoner?</a:t>
            </a:r>
          </a:p>
          <a:p>
            <a:r>
              <a:t>  6. What this religion would have done — Had you helped this religion, Allah would have raised you.</a:t>
            </a:r>
          </a:p>
          <a:p>
            <a:r>
              <a:t>▶ 7. ʿAmr answers in a few words — Very well: I will turn to it, and I will not go back.</a:t>
            </a:r>
          </a:p>
          <a:p>
            <a:r>
              <a:t>  8. Two men go home — Qays and ʿAmr went back to their clans.</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Abū Bakr ؓ to ʿAmr, and ʿAmr's answer. No honorific for ʿAmr while in revolt; ʿAmr ؓ after his return (Ibn Kathīr's «﵁», al-Bidāya vol. 7, p. 244) · SKIP BEATS 2,3,4,8</a:t>
            </a:r>
          </a:p>
          <a:p/>
          <a:p>
            <a:r>
              <a:t>TSY/E-YK18 · "Every day routed or taken prisoner"</a:t>
            </a:r>
          </a:p>
          <a:p>
            <a:r>
              <a:t>Tier: GOOD   When: 11–12 AH `[SOURCED]`</a:t>
            </a:r>
          </a:p>
          <a:p/>
          <a:p>
            <a:r>
              <a:t>Then Abū Bakr ؓ turned to ʿAmr b. Maʿdī Karib. ʿAmr had been struck and put to flight by Khālid b. Saʿīd ؓ, who took his sword and his horse; he had been pinned in place facing Farwa ؓ; and in the end he had walked into al-Muhājir's ؓ camp with no safe-conduct and been tied up. Abū Bakr ؓ asked him whether he was not ashamed that every day he was either routed or taken prisoner — and told him that if he had helped this religion, Allah would have raised him. ʿAmr's answer was a few words: very well — I will turn to it, and I will not go back. And the two men, Qays and ʿAmr, went back to their clans.</a:t>
            </a:r>
          </a:p>
          <a:p/>
          <a:p>
            <a:r>
              <a:t>MAP: **المدينة** only. One bound marker; its bonds come off, and it turns **south**, home.</a:t>
            </a:r>
          </a:p>
          <a:p/>
          <a:p>
            <a:r>
              <a:t>عبرت: Abū Bakr ؓ set what the revolt had made of him beside what this religion would have made of him — and ʿAmr did not go back.</a:t>
            </a:r>
          </a:p>
          <a:p/>
          <a:p>
            <a:r>
              <a:t>STATEMENT (full rendering): "Are you not ashamed to be routed or captured every day? … He said: Surely I will turn to it, and not go back."</a:t>
            </a:r>
          </a:p>
          <a:p/>
          <a:p>
            <a:r>
              <a:t>Source: الکامل فی التاریخ ج۲ ص۲۲۹</a:t>
            </a:r>
          </a:p>
          <a:p/>
          <a:p>
            <a:r>
              <a:t>ALSO IN THE CARD:</a:t>
            </a:r>
          </a:p>
          <a:p>
            <a:r>
              <a:t>**Also on the page:**</a:t>
            </a:r>
          </a:p>
          <a:p/>
          <a:p>
            <a:r>
              <a:t>&gt; وَقَالَ لِعَمْرٍو: أَمَا تَسْتَحِي أَنَّكَ كُلَّ يَوْمٍ مَهْزُومٌ أَوْ مَأْسُورٌ؟ لَوْ نَصَرْتَ هَذَا الدِّينَ لَرَفَعَكَ اللَّهُ، فَقَالَ: لَا جَرَمَ، لَأُقْبِلَّنَ وَلَا أَعُودُ. وَرَجَعَا إِلَى عَشَائِرِهِمَا.</a:t>
            </a:r>
          </a:p>
          <a:p>
            <a:r>
              <a:t>&gt; — الکامل فی التاریخ ج۲ ص۲۲۹ · https://shamela.ws/book/21712/920</a:t>
            </a:r>
          </a:p>
          <a:p>
            <a:r>
              <a:t>&gt; *English:* "And he said to ʿAmr: Are you not ashamed that every day you are either routed or taken</a:t>
            </a:r>
          </a:p>
          <a:p>
            <a:r>
              <a:t>&gt; prisoner? Had you helped this religion, Allah would have raised you. He said: So be it — I will turn</a:t>
            </a:r>
          </a:p>
          <a:p>
            <a:r>
              <a:t>&gt; to it, and I will not go back. And the two of them returned to their clans."</a:t>
            </a:r>
          </a:p>
          <a:p/>
          <a:p>
            <a:r>
              <a:t>The elided clause — «لَوْ نَصَرْتَ هَذَا الدِّينَ لَرَفَعَكَ اللَّهُ» — is the line to say aloud between the two</a:t>
            </a:r>
          </a:p>
          <a:p>
            <a:r>
              <a:t>halves of the slide. No honorific for ʿAmr on this card (§7 sets out when the sources warrant one).</a:t>
            </a:r>
          </a:p>
          <a:p>
            <a:r>
              <a:t>**Pays off in `E-YK16`** — he was later in the embassy to Rustam and among the leading men at Nahāwand.</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Qays and ʿAmr b. Maʿdīkarib. Qays gets no honorific (no page states Companionship); ʿAmr none here, while still in revolt — ʿAmr ؓ after his return · SKIP BEATS 1,2,3,4,5</a:t>
            </a:r>
          </a:p>
          <a:p/>
          <a:p>
            <a:r>
              <a:t>BEAT 6 of 8 — RCT/E-RC32 · Abū Bakr ؓ judges the two men</a:t>
            </a:r>
          </a:p>
          <a:p/>
          <a:p>
            <a:r>
              <a:t>  1. Two prisoners sent to Medina — Qays b. Makshūḥ and ʿAmr b. Maʿdī Karib were taken and sent to Medina as prisoners.</a:t>
            </a:r>
          </a:p>
          <a:p>
            <a:r>
              <a:t>  2. What Qays had done — The books say he had killed a Muslim officer and led a revolt.</a:t>
            </a:r>
          </a:p>
          <a:p>
            <a:r>
              <a:t>  3. What ʿAmr had done — He had followed a false claimant, and been beaten and captured more than once.</a:t>
            </a:r>
          </a:p>
          <a:p>
            <a:r>
              <a:t>  4. Abū Bakr ؓ rebukes them both — He rebuked and reproved the two of them.</a:t>
            </a:r>
          </a:p>
          <a:p>
            <a:r>
              <a:t>  5. His words to ʿAmr — Are you not ashamed, every day routed or taken prisoner? Had you helped this dīn, Allah would have raised you.</a:t>
            </a:r>
          </a:p>
          <a:p>
            <a:r>
              <a:t>▶ 6. They make their excuses — Both men excused themselves to Abū Bakr ؓ.</a:t>
            </a:r>
          </a:p>
          <a:p>
            <a:r>
              <a:t>  7. He judges only what he can see — He accepted what they professed openly, and left what was inside them to Allah.</a:t>
            </a:r>
          </a:p>
          <a:p>
            <a:r>
              <a:t>  8. Released, and sent home — He set them free and sent them back to their own people.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RCT/E-RC32 · Abū Bakr ؓ judges the two men</a:t>
            </a:r>
          </a:p>
          <a:p/>
          <a:p>
            <a:r>
              <a:t>  1. Two prisoners sent to Medina — Qays b. Makshūḥ and ʿAmr b. Maʿdī Karib were taken and sent to Medina as prisoners.</a:t>
            </a:r>
          </a:p>
          <a:p>
            <a:r>
              <a:t>  2. What Qays had done — The books say he had killed a Muslim officer and led a revolt.</a:t>
            </a:r>
          </a:p>
          <a:p>
            <a:r>
              <a:t>  3. What ʿAmr had done — He had followed a false claimant, and been beaten and captured more than once.</a:t>
            </a:r>
          </a:p>
          <a:p>
            <a:r>
              <a:t>  4. Abū Bakr ؓ rebukes them both — He rebuked and reproved the two of them.</a:t>
            </a:r>
          </a:p>
          <a:p>
            <a:r>
              <a:t>  5. His words to ʿAmr — Are you not ashamed, every day routed or taken prisoner? Had you helped this dīn, Allah would have raised you.</a:t>
            </a:r>
          </a:p>
          <a:p>
            <a:r>
              <a:t>  6. They make their excuses — Both men excused themselves to Abū Bakr ؓ.</a:t>
            </a:r>
          </a:p>
          <a:p>
            <a:r>
              <a:t>▶ 7. He judges only what he can see — He accepted what they professed openly, and left what was inside them to Allah.</a:t>
            </a:r>
          </a:p>
          <a:p>
            <a:r>
              <a:t>  8. Released, and sent home — He set them free and sent them back to their own people.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RCT/E-RC32 · Abū Bakr ؓ judges the two men</a:t>
            </a:r>
          </a:p>
          <a:p/>
          <a:p>
            <a:r>
              <a:t>  1. Two prisoners sent to Medina — Qays b. Makshūḥ and ʿAmr b. Maʿdī Karib were taken and sent to Medina as prisoners.</a:t>
            </a:r>
          </a:p>
          <a:p>
            <a:r>
              <a:t>  2. What Qays had done — The books say he had killed a Muslim officer and led a revolt.</a:t>
            </a:r>
          </a:p>
          <a:p>
            <a:r>
              <a:t>  3. What ʿAmr had done — He had followed a false claimant, and been beaten and captured more than once.</a:t>
            </a:r>
          </a:p>
          <a:p>
            <a:r>
              <a:t>  4. Abū Bakr ؓ rebukes them both — He rebuked and reproved the two of them.</a:t>
            </a:r>
          </a:p>
          <a:p>
            <a:r>
              <a:t>  5. His words to ʿAmr — Are you not ashamed, every day routed or taken prisoner? Had you helped this dīn, Allah would have raised you.</a:t>
            </a:r>
          </a:p>
          <a:p>
            <a:r>
              <a:t>  6. They make their excuses — Both men excused themselves to Abū Bakr ؓ.</a:t>
            </a:r>
          </a:p>
          <a:p>
            <a:r>
              <a:t>  7. He judges only what he can see — He accepted what they professed openly, and left what was inside them to Allah.</a:t>
            </a:r>
          </a:p>
          <a:p>
            <a:r>
              <a:t>▶ 8. Released, and sent home — He set them free and sent them back to their own people.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FACE CHECK: this Arabic contains the ligature ﷿ (عز وجل), which projects as an empty box in Traditional Arabic. Decide by hand before the evening.</a:t>
            </a:r>
          </a:p>
          <a:p>
            <a:r>
              <a:t>RUNSHEET: Qays and ʿAmr b. Maʿdīkarib. Qays gets no honorific (no page states Companionship); ʿAmr none here, while still in revolt — ʿAmr ؓ after his return · SKIP BEATS 1,2,3,4,5</a:t>
            </a:r>
          </a:p>
          <a:p/>
          <a:p>
            <a:r>
              <a:t>WHEN, as the card gives it: ۱۱ھ→۱۲ھ `[SOURCED]`</a:t>
            </a:r>
          </a:p>
          <a:p/>
          <a:p>
            <a:r>
              <a:t>RCT/E-RC32 · Abū Bakr ؓ judges the two men</a:t>
            </a:r>
          </a:p>
          <a:p>
            <a:r>
              <a:t>Tier: CORE   When: 11–12 AH</a:t>
            </a:r>
          </a:p>
          <a:p/>
          <a:p>
            <a:r>
              <a:t>Qays b. Makshūḥ and ʿAmr b. Maʿdī Karib were taken and sent to Medina as prisoners. One had killed a Muslim officer and led a revolt; the other had followed a false prophet and been beaten and captured more than once. Abū Bakr ؓ rebuked them both. They made their excuses. And then he accepted what they said openly, left what was inside them to Allah, released them, and sent them home to their own people.</a:t>
            </a:r>
          </a:p>
          <a:p/>
          <a:p>
            <a:r>
              <a:t>MAP: Two prisoner markers move from صنعاء to المدينة — and then **back again** to their own tribes.</a:t>
            </a:r>
          </a:p>
          <a:p/>
          <a:p>
            <a:r>
              <a:t>عبرت: The state judged what it could see and left what it could not see to the One who sees it.</a:t>
            </a:r>
          </a:p>
          <a:p/>
          <a:p>
            <a:r>
              <a:t>HANDS UP: Before telling it: *"The men who fought you are standing in front of you and they say they have come back. What can you actually check?"*</a:t>
            </a:r>
          </a:p>
          <a:p/>
          <a:p>
            <a:r>
              <a:t>STATEMENT (full rendering): "…he accepted their outward profession from them, entrusted their inward states to Allah…"</a:t>
            </a:r>
          </a:p>
          <a:p/>
          <a:p>
            <a:r>
              <a:t>Source: البدایہ والنہایہ ج۷ ص۴۳</a:t>
            </a:r>
          </a:p>
          <a:p/>
          <a:p>
            <a:r>
              <a:t>ALSO IN THE CARD:</a:t>
            </a:r>
          </a:p>
          <a:p>
            <a:r>
              <a:t>**The words to ʿAmr, from الکامل ج۲ ص۲۲۹:** «**أَمَا تَسْتَحِي أَنَّكَ كُلَّ يَوْمٍ مَهْزُومٌ أَوْ مَأْسُورٌ؟ لَوْ</a:t>
            </a:r>
          </a:p>
          <a:p>
            <a:r>
              <a:t>نَصَرْتَ هَذَا الدِّينَ لَرَفَعَكَ اللَّهُ**» — *"Are you not ashamed that you are every day either routed or</a:t>
            </a:r>
          </a:p>
          <a:p>
            <a:r>
              <a:t>taken prisoner? Had you helped this dīn, Allah would have raised you."*</a:t>
            </a:r>
          </a:p>
          <a:p>
            <a:r>
              <a:t>**This is the settlement policy of the whole war in one card. Leaders were reintegrated; killers were</a:t>
            </a:r>
          </a:p>
          <a:p>
            <a:r>
              <a:t>not.**</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one sentence: al-Muhājir ؓ did not stay in Ṣanʿāʾ — the Prophet ﷺ had appointed him over Kinda, and Abū Bakr's ؓ order was to go on to that post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tools/mapstudio/scenes/s03-07-hadramawt-and-kinda.json in tools/mapstudio/index.html, export step(s) 1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zakāt arrangement between Ḥaḍramawt and Kinda</a:t>
            </a:r>
          </a:p>
          <a:p/>
          <a:p>
            <a:r>
              <a:t>BEAT 1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zakāt arrangement between Ḥaḍramawt and Kinda</a:t>
            </a:r>
          </a:p>
          <a:p/>
          <a:p>
            <a:r>
              <a:t>TSY/E-YK07 · The promise about the camels</a:t>
            </a:r>
          </a:p>
          <a:p>
            <a:r>
              <a:t>Tier: CORE   When: 11 AH `[SOURCED]`</a:t>
            </a:r>
          </a:p>
          <a:p/>
          <a:p>
            <a:r>
              <a:t>In the Prophet's ﷺ lifetime an arrangement had been made: part of Ḥaḍramawt's ṣadaqa went to Kinda, and part of Kinda's to Ḥaḍramawt. A clan of Kinda, Banū Walīʿa, had said to Ḥaḍramawt: we have no camels to carry it — send it to us loaded. And Ḥaḍramawt had said: we will look into it, and if you really have none, we will. Then the Prophet ﷺ died. Banū Walīʿa came and said: deliver it, the way you promised the Messenger of Allah ﷺ. And Ḥaḍramawt said: you do have camels — carry it yourselves. And Kinda turned to Ziyād b. Labīd ؓ, the governor, and said: you are with them against us. The men of Ḥaḍramawt would not carry it; the men of Kinda kept insisting, and went home with the matter still undecided. Ziyād ؓ did nothing yet. He was waiting for al-Muhājir ؓ.</a:t>
            </a:r>
          </a:p>
          <a:p/>
          <a:p>
            <a:r>
              <a:t>MAP: **حَضْرَمَوت** and **كِندة** as two neighbouring zones with a two-way arrow between them (the ṣadaqa that went each way). The arrow **breaks** in the middle.</a:t>
            </a:r>
          </a:p>
          <a:p/>
          <a:p>
            <a:r>
              <a:t>عبرت: A small promise made in the Prophet's ﷺ lifetime was tested the day after he died, and the province went to war over the answer.</a:t>
            </a:r>
          </a:p>
          <a:p/>
          <a:p>
            <a:r>
              <a:t>HANDS UP: Before telling it: *"Before the war there was a quarrel. What do you think it was about?"*</a:t>
            </a:r>
          </a:p>
          <a:p/>
          <a:p>
            <a:r>
              <a:t>STATEMENT (full rendering): "Banū Walīʿa said: Deliver it to us, as you promised the Messenger of Allah ﷺ! They said: You do have mounts — carry it yourselves."</a:t>
            </a:r>
          </a:p>
          <a:p/>
          <a:p>
            <a:r>
              <a:t>Source: الکامل فی التاریخ ج۲ ص۲۳۰</a:t>
            </a:r>
          </a:p>
          <a:p/>
          <a:p>
            <a:r>
              <a:t>ALSO IN THE CARD:</a:t>
            </a:r>
          </a:p>
          <a:p>
            <a:r>
              <a:t>**Also on the page:**</a:t>
            </a:r>
          </a:p>
          <a:p/>
          <a:p>
            <a:r>
              <a:t>&gt; فَقَالَ بَعْضُ بَنِي وَلَيْعَةَ: مِنْ كِنْدَةَ لِحَضْرَمَوْتَ لَيْسَ لَنَا ظَهْرٌ، فَإِنْ رَأَيْتُمْ أَنْ تَبْعَثُوا إِلَيْنَا بِذَلِكَ عَلَى ظَهْرٍ. قَالُوا: فَإِنَّا نَنْظُرُ، فَإِنْ لَمْ يَكُنْ لَكُمْ ظَهْرٌ فَعَلْنَا.</a:t>
            </a:r>
          </a:p>
          <a:p>
            <a:r>
              <a:t>&gt; — الکامل فی التاریخ ج۲ ص۲۳۰ · https://shamela.ws/book/21712/921</a:t>
            </a:r>
          </a:p>
          <a:p>
            <a:r>
              <a:t>&gt; *English:* "Some of Banū Walīʿa of Kinda said to Ḥaḍramawt: We have no mounts — if you see fit, send</a:t>
            </a:r>
          </a:p>
          <a:p>
            <a:r>
              <a:t>&gt; it to us on mounts. They said: We shall look into it; if you have no mounts, we will do it."</a:t>
            </a:r>
          </a:p>
          <a:p/>
          <a:p>
            <a:r>
              <a:t>&gt; فَلَمَّا تُوُفِّيَ رَسُولُ اللَّهِ - صَلَّى اللَّهُ عَلَيْهِ وَسَلَّمَ - قَالَتْ بَنُو وَلَيْعَةَ: أَبْلِغُونَا كَمَا وَعَدْتُمْ رَسُولَ اللَّهِ - صَلَّى اللَّهُ عَلَيْهِ وَسَلَّمَ -! فَقَالُوا: إِنْ لَكُمْ ظَهْرًا فَاحْتَمِلُوا، فَقَالُوا لِزِيَادٍ: أَنْتَ مَعَهُمْ عَلَيْنَا.</a:t>
            </a:r>
          </a:p>
          <a:p>
            <a:r>
              <a:t>&gt; — الکامل فی التاریخ ج۲ ص۲۳۰ · https://shamela.ws/book/21712/921</a:t>
            </a:r>
          </a:p>
          <a:p>
            <a:r>
              <a:t>&gt; *English:* "When the Messenger of Allah ﷺ died, Banū Walīʿa said: Deliver it to us, as you promised</a:t>
            </a:r>
          </a:p>
          <a:p>
            <a:r>
              <a:t>&gt; the Messenger of Allah ﷺ! They said: You do have mounts — carry it yourselves. And they said to</a:t>
            </a:r>
          </a:p>
          <a:p>
            <a:r>
              <a:t>&gt; Ziyād: You are with them against us."</a:t>
            </a:r>
          </a:p>
          <a:p/>
          <a:p>
            <a:r>
              <a:t>Ziyād's ؓ waiting: «وَأَمْسَكَ عَنْهُمْ زِيَادٌ انْتِظَارًا لِلْمُهَاجِرِ» (ج۲ ص۲۳۰). ⚠ **الکامل only** — the</a:t>
            </a:r>
          </a:p>
          <a:p>
            <a:r>
              <a:t>Ḥaḍramawt campaign is not in البدایہ. **Follow with `RCT/E-RC33`** (the she-camel called Shadhra).</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TSY/E-YK07 · The promise about the camels</a:t>
            </a:r>
          </a:p>
          <a:p/>
          <a:p>
            <a:r>
              <a:t>  1. An arrangement from the Prophet's ﷺ lifetime — Part of Ḥaḍramawt's ṣadaqa went to Kinda, and part of Kinda's went to Ḥaḍramawt.</a:t>
            </a:r>
          </a:p>
          <a:p>
            <a:r>
              <a:t>  2. Banū Walīʿa have no camels — A clan of Kinda told Ḥaḍramawt: we have no camels to carry it; send it to us loaded.</a:t>
            </a:r>
          </a:p>
          <a:p>
            <a:r>
              <a:t>  3. Ḥaḍramawt promises to look into it — If you really have no camels, we will send it loaded.</a:t>
            </a:r>
          </a:p>
          <a:p>
            <a:r>
              <a:t>  4. After the Prophet ﷺ died — Banū Walīʿa came: deliver it, the way you promised the Messenger of Allah ﷺ.</a:t>
            </a:r>
          </a:p>
          <a:p>
            <a:r>
              <a:t>  5. Ḥaḍramawt's answer — You do have camels: carry it yourselves.</a:t>
            </a:r>
          </a:p>
          <a:p>
            <a:r>
              <a:t>  6. Kinda turns on the governor — To Ziyād b. Labīd ؓ they said: you are with them against us.</a:t>
            </a:r>
          </a:p>
          <a:p>
            <a:r>
              <a:t>  7. Home with nothing settled — Ḥaḍramawt would not carry it; Kinda kept insisting, and went home with the matter undecided.</a:t>
            </a:r>
          </a:p>
          <a:p>
            <a:r>
              <a:t>▶ 8. Ziyād ؓ does nothing yet — He was waiting for al-Muhājir ؓ to arrive.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What set Kinda off, as the books report it · SKIP BEATS 1</a:t>
            </a:r>
          </a:p>
          <a:p/>
          <a:p>
            <a:r>
              <a:t>BEAT 2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RCT/E-RC33 · The she-camel called Shadhra</a:t>
            </a:r>
          </a:p>
          <a:p/>
          <a:p>
            <a:r>
              <a:t>  1. The Prophet's ﷺ order — He had ordered part of Ḥaḍramawt's zakāt placed in Kinda, and part of Kinda's in Ḥaḍramawt.</a:t>
            </a:r>
          </a:p>
          <a:p>
            <a:r>
              <a:t>  2. A young she-camel is branded — Collecting the zakāt in Kinda, Ziyād b. Labīd ؓ took a young she-camel from a man and branded her.</a:t>
            </a:r>
          </a:p>
          <a:p>
            <a:r>
              <a:t>  3. She was not his to give — She belonged to his brother, her name was Shadhra, and he had brought her by mistake.</a:t>
            </a:r>
          </a:p>
          <a:p>
            <a:r>
              <a:t>  4. The brothers ask for her back — The brother said so, and the first man agreed and asked for her back.</a:t>
            </a:r>
          </a:p>
          <a:p>
            <a:r>
              <a:t>  5. Ziyād ؓ refuses — She had already passed into the right of Allah, he said.</a:t>
            </a:r>
          </a:p>
          <a:p>
            <a:r>
              <a:t>  6. A third man, Ḥāritha, rides up — Release her and take another, he said. Ziyād ؓ answered that he had no way to do that.</a:t>
            </a:r>
          </a:p>
          <a:p>
            <a:r>
              <a:t>▶ 7. Ḥāritha unties her — He said one sentence, untied her hobble himself, and stood in front of her.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What set Kinda off, as the books report it · SKIP BEATS 1</a:t>
            </a:r>
          </a:p>
          <a:p/>
          <a:p>
            <a:r>
              <a:t>WHEN, as the card gives it: ۱۱ھ→۱۲ھ, حضرموت `[SOURCED]`</a:t>
            </a:r>
          </a:p>
          <a:p/>
          <a:p>
            <a:r>
              <a:t>RCT/E-RC33 · The she-camel called Shadhra</a:t>
            </a:r>
          </a:p>
          <a:p>
            <a:r>
              <a:t>Tier: CORE   When: 11–12 AH, Ḥaḍramawt</a:t>
            </a:r>
          </a:p>
          <a:p/>
          <a:p>
            <a:r>
              <a:t>Ziyād b. Labīd ؓ was collecting the zakāt in Kinda. A man handed over a young she-camel and Ziyād ؓ branded her. Then it turned out the animal was not his to give — she belonged to his brother, her name was Shadhra, and he had brought her by mistake. The brother said so. The first man agreed and asked for her back. Ziyād ؓ refused: she had already passed into the right of Allah. Then a third man rode up, told him to release her and take another, and when Ziyād ؓ said he had no way to do that, said one sentence — and untied her hobble himself and stood in front of her.</a:t>
            </a:r>
          </a:p>
          <a:p/>
          <a:p>
            <a:r>
              <a:t>MAP: حضرموت, which has been quiet all evening, goes red — **and the trigger is one animal.**</a:t>
            </a:r>
          </a:p>
          <a:p/>
          <a:p>
            <a:r>
              <a:t>عبرت: A province went to war over one animal, a naming mistake and a public insult, and every part of that is on one page.</a:t>
            </a:r>
          </a:p>
          <a:p/>
          <a:p>
            <a:r>
              <a:t>HANDS UP: Before telling it: *"How big does a quarrel have to be to start a war?"*</a:t>
            </a:r>
          </a:p>
          <a:p/>
          <a:p>
            <a:r>
              <a:t>STATEMENT (full rendering): "Ḥāritha said: That would be so if you were a Jew — and he untied her hobble and drove her off and stood in front of her."</a:t>
            </a:r>
          </a:p>
          <a:p/>
          <a:p>
            <a:r>
              <a:t>Source: الکامل فی التاریخ ج۲ ص۲۳۰</a:t>
            </a:r>
          </a:p>
          <a:p/>
          <a:p>
            <a:r>
              <a:t>ALSO IN THE CARD:</a:t>
            </a:r>
          </a:p>
          <a:p>
            <a:r>
              <a:t>⚠ **البدایہ carries no Ḥaḍramawt campaign at all. Cite الکامل ج۲ ص۲۲۹–۲۳۲, never البدایہ, for</a:t>
            </a:r>
          </a:p>
          <a:p>
            <a:r>
              <a:t>everything in this card and the next.** The underlying grievance was administrative: the Prophet ﷺ</a:t>
            </a:r>
          </a:p>
          <a:p>
            <a:r>
              <a:t>had ordered some of Ḥaḍramawt's zakāt placed in Kinda and some of Kinda's in Ḥaḍramawt, and after his</a:t>
            </a:r>
          </a:p>
          <a:p>
            <a:r>
              <a:t>death nobody would carry it (الکامل ج۲ ص۲۳۰).</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SKIP BEATS 3</a:t>
            </a:r>
          </a:p>
          <a:p/>
          <a:p>
            <a:r>
              <a:t>BEAT 1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SKIP BEATS 3</a:t>
            </a:r>
          </a:p>
          <a:p/>
          <a:p>
            <a:r>
              <a:t>TSY/E-YK08 · The humbled man</a:t>
            </a:r>
          </a:p>
          <a:p>
            <a:r>
              <a:t>Tier: CORE   When: 11 AH `[SOURCED]`</a:t>
            </a:r>
          </a:p>
          <a:p/>
          <a:p>
            <a:r>
              <a:t>When Ziyād ؓ refused to give the camel back, a warning was spoken over her: do not let Shadhra be for you what al-Basūs was. And the owner, al-ʿAddāʾ, called out to his clan. Ḥāritha b. Surāqa raised the call too, came up to Ziyād ؓ, and untied her. Ziyād ؓ had young men of Ḥaḍramawt and al-Sakūn tie Ḥāritha up, and his companions, and take the camel back. Kinda shouted. Banū Muʿāwiya came out for Ḥāritha; Ḥaḍramawt and al-Sakūn came out for Ziyād ؓ; two great camps faced each other. Kinda did not attack, because their men were prisoners. Ziyād ؓ told them to put down their weapons; they refused and demanded their men; he refused. He hit them by night, and they scattered. Then he let Ḥāritha and the others go — and the men he let go went straight back and roused their people against him. A large force gathered, and they called out that they would pay no ṣadaqa. Al-Ḥuṣayn b. Numayr was sent between the two sides, and for a little while they held off from each other.</a:t>
            </a:r>
          </a:p>
          <a:p/>
          <a:p>
            <a:r>
              <a:t>MAP: Inside كِندة, two camps face each other — **حضرموت and السَّكون** on Ziyād's ؓ side, **بنو معاوية** of Kinda on the other. A short blue night-arrow strikes the Kinda camp. Then the Kinda camp **grows**.</a:t>
            </a:r>
          </a:p>
          <a:p/>
          <a:p>
            <a:r>
              <a:t>عبرت: Once the quarrel became a matter of honour, being right about the camel no longer decided anything.</a:t>
            </a:r>
          </a:p>
          <a:p/>
          <a:p>
            <a:r>
              <a:t>STATEMENT (full rendering): "Al-ʿAddāʾ called out: O family of ʿAmr — am I to be wronged and trampled? The humbled man is the one who is devoured in his own home!"</a:t>
            </a:r>
          </a:p>
          <a:p/>
          <a:p>
            <a:r>
              <a:t>Source: الکامل فی التاریخ ج۲ ص۲۳۰</a:t>
            </a:r>
          </a:p>
          <a:p/>
          <a:p>
            <a:r>
              <a:t>ALSO IN THE CARD:</a:t>
            </a:r>
          </a:p>
          <a:p>
            <a:r>
              <a:t>**Also on the page:**</a:t>
            </a:r>
          </a:p>
          <a:p/>
          <a:p>
            <a:r>
              <a:t>&gt; فَلَجَأَ فِي أَخْذِهَا، فَقَالَ لَهَا: لَا تَكُونَنَّ شَذْرَةً عَلَيْكُمْ كَالْبَسُوسِ. فَنَادَى الْعَدَّاءُ: يَا آلَ عَمْرٍو، أُضَامُ وَأُضْطَهَدُ! إِنَّ الذَّلِيلَ مَنْ أُكِلَ فِي دَارِهِ!</a:t>
            </a:r>
          </a:p>
          <a:p>
            <a:r>
              <a:t>&gt; — الکامل فی التاریخ ج۲ ص۲۳۰ · https://shamela.ws/book/21712/921</a:t>
            </a:r>
          </a:p>
          <a:p>
            <a:r>
              <a:t>&gt; *English:* "He persisted in taking her, and it was said: Do not let Shadhra be to you what al-Basūs</a:t>
            </a:r>
          </a:p>
          <a:p>
            <a:r>
              <a:t>&gt; was. And al-ʿAddāʾ called out: O family of ʿAmr — am I to be wronged and trampled? The humbled man</a:t>
            </a:r>
          </a:p>
          <a:p>
            <a:r>
              <a:t>&gt; is the one who is devoured in his own home!"</a:t>
            </a:r>
          </a:p>
          <a:p/>
          <a:p>
            <a:r>
              <a:t>&gt; فَأَمَرَ زِيَادٌ شَبَابًا مِنْ حَضْرَمَوْتَ وَالسَّكُونِ فَمَنَعُوهُ وَكَتَّفُوهُ، وَكَتَّفُوا أَصْحَابَهُ وَأَخَذُوا الْبَكْرَةَ، وَتَصَايَحَتْ كِنْدَةُ، وَغَضِبَتْ بَنُو مُعَاوِيَةَ لِحَارِثَةَ وَأَظْهَرُوا أَمْرَهُمْ، وَغَضِبَتْ حَضْرَمَوْتُ وَالسَّكُونُ لِزِيَادٍ، وَتَوَافَى عَسْكَرَانِ عَظِيمَانِ مِنْ هَؤُلَاءِ، وَلَمْ يُحْدِثْ بَنُو مُعَاوِيَةَ شَيْئًا لِمَكَانِ أُسَرَائِهِمْ</a:t>
            </a:r>
          </a:p>
          <a:p>
            <a:r>
              <a:t>&gt; — الکامل فی التاریخ ج۲ ص۲۳۰ · https://shamela.ws/book/21712/921</a:t>
            </a:r>
          </a:p>
          <a:p>
            <a:r>
              <a:t>&gt; *English:* "Ziyād ordered some young men of Ḥaḍramawt and al-Sakūn, and they stopped him and bound</a:t>
            </a:r>
          </a:p>
          <a:p>
            <a:r>
              <a:t>&gt; him, bound his companions, and took the young camel. Kinda raised a shout; Banū Muʿāwiya were angry</a:t>
            </a:r>
          </a:p>
          <a:p>
            <a:r>
              <a:t>&gt; on Ḥāritha's behalf and came out openly; Ḥaḍramawt and al-Sakūn were angry on Ziyād's behalf; two</a:t>
            </a:r>
          </a:p>
          <a:p>
            <a:r>
              <a:t>&gt; great camps faced each other — and Banū Muʿāwiya did nothing, because their men were prisoners."</a:t>
            </a:r>
          </a:p>
          <a:p/>
          <a:p>
            <a:r>
              <a:t>⚠ **Who spoke the Basūs sentence is unclear** in the printed wording («فَقَالَ لَهَا») — say "a warning</a:t>
            </a:r>
          </a:p>
          <a:p>
            <a:r>
              <a:t>was spoken" (§X item 2). Al-Basūs is `[STANDARD] (to verify)` — the she-camel at the start of the long</a:t>
            </a:r>
          </a:p>
          <a:p>
            <a:r>
              <a:t>pre-Islamic war of Bakr and Taghlib; no page here says so. The release and the call to refuse ṣadaqa:</a:t>
            </a:r>
          </a:p>
          <a:p>
            <a:r>
              <a:t>«وَنَادَوْا بِمَنْعِ الصَّدَقَةِ» (ج۲ ص۲۳۱).</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9 — TSY/E-YK08 · The humbled man</a:t>
            </a:r>
          </a:p>
          <a:p/>
          <a:p>
            <a:r>
              <a:t>  1. A warning spoken over the camel — When Ziyād ؓ refused to give her back: do not let Shadhra be for you what al-Basūs was.</a:t>
            </a:r>
          </a:p>
          <a:p>
            <a:r>
              <a:t>  2. Al-ʿAddāʾ calls out to his clan — The camel's owner raised the cry to his own people.</a:t>
            </a:r>
          </a:p>
          <a:p>
            <a:r>
              <a:t>  3. Ḥāritha b. Surāqa unties her — He raised the call too, came up to Ziyād ؓ, and untied the camel.</a:t>
            </a:r>
          </a:p>
          <a:p>
            <a:r>
              <a:t>  4. Ziyād ؓ takes her back — Young men of Ḥaḍramawt and al-Sakūn tied up Ḥāritha and his companions, and took the camel back.</a:t>
            </a:r>
          </a:p>
          <a:p>
            <a:r>
              <a:t>  5. Two great camps face each other — Banū Muʿāwiya for Ḥāritha, Ḥaḍramawt and al-Sakūn for Ziyād ؓ; Kinda held back, their men being prisoners.</a:t>
            </a:r>
          </a:p>
          <a:p>
            <a:r>
              <a:t>  6. Two demands, two refusals — Ziyād ؓ told them to put down their weapons; they refused and demanded their men; he refused.</a:t>
            </a:r>
          </a:p>
          <a:p>
            <a:r>
              <a:t>  7. A strike by night — Ziyād ؓ hit them in the dark, and they scattered.</a:t>
            </a:r>
          </a:p>
          <a:p>
            <a:r>
              <a:t>  8. The freed men rouse Kinda — Ziyād ؓ let Ḥāritha and the others go; they roused their people, and a large force called: no ṣadaqa.</a:t>
            </a:r>
          </a:p>
          <a:p>
            <a:r>
              <a:t>▶ 9. Al-Ḥuṣayn b. Numayr steps between — He was sent between the two sides, and for a little while they held off.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Shuraḥbīl b. al-Simṭ and his son (corrected)</a:t>
            </a:r>
          </a:p>
          <a:p/>
          <a:p>
            <a:r>
              <a:t>BEAT 1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Shuraḥbīl b. al-Simṭ and his son (corrected)</a:t>
            </a:r>
          </a:p>
          <a:p/>
          <a:p>
            <a:r>
              <a:t>TSY/E-YK09 · Free men do not change sides</a:t>
            </a:r>
          </a:p>
          <a:p>
            <a:r>
              <a:t>Tier: CORE   When: 11 AH `[SOURCED]`</a:t>
            </a:r>
          </a:p>
          <a:p/>
          <a:p>
            <a:r>
              <a:t>The whole of Banū Muʿāwiya agreed to withhold the ṣadaqa, and each of their chiefs took up his own reserved pasture as a stronghold. All of them — except one man, Shuraḥbīl b. al-Simṭ, and his son. The two of them told their own clan, Banū Muʿāwiya, why they would not come. Then they moved out, and camped with Ziyād ؓ, and they gave him advice: strike tonight, before the men of al-Sakāsik, al-Sakūn and Ḥaḍramawt who are drifting toward the rebels get there — because if you wait, we are afraid people will drift away from us to them.</a:t>
            </a:r>
          </a:p>
          <a:p/>
          <a:p>
            <a:r>
              <a:t>MAP: Inside كِندة, a cluster of red pasture-markers (المَحاجر). **One small marker detaches from the red cluster and moves across to Ziyād's ؓ blue camp.**</a:t>
            </a:r>
          </a:p>
          <a:p/>
          <a:p>
            <a:r>
              <a:t>عبرت: He used his tribe's own code of honour — never change sides — as the reason not to follow his tribe.</a:t>
            </a:r>
          </a:p>
          <a:p/>
          <a:p>
            <a:r>
              <a:t>HANDS UP: Before telling it: *"Your whole clan has decided. You think they are wrong. What do you say to them?"*</a:t>
            </a:r>
          </a:p>
          <a:p/>
          <a:p>
            <a:r>
              <a:t>STATEMENT (full rendering): "It is an ugly thing in free men to change sides…"</a:t>
            </a:r>
          </a:p>
          <a:p/>
          <a:p>
            <a:r>
              <a:t>Source: الکامل فی التاریخ ج۲ ص۲۳۱</a:t>
            </a:r>
          </a:p>
          <a:p/>
          <a:p>
            <a:r>
              <a:t>ALSO IN THE CARD:</a:t>
            </a:r>
          </a:p>
          <a:p>
            <a:r>
              <a:t>⚠ **Quote only to «وَالْقَبِيحِ!»** — the next clause reads against the sense. **It was his son, not his</a:t>
            </a:r>
          </a:p>
          <a:p>
            <a:r>
              <a:t>father** («وَابْنَهُ») — this corrects the campaign note §10.3.</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6 — TSY/E-YK09 · Free men do not change sides</a:t>
            </a:r>
          </a:p>
          <a:p/>
          <a:p>
            <a:r>
              <a:t>  1. Banū Muʿāwiya withhold the ṣadaqa — The whole clan agreed, and each chief took up his own reserved pasture as a stronghold.</a:t>
            </a:r>
          </a:p>
          <a:p>
            <a:r>
              <a:t>  2. Except one man and his son — Shuraḥbīl b. al-Simṭ and his son would not go with their clan.</a:t>
            </a:r>
          </a:p>
          <a:p>
            <a:r>
              <a:t>  3. They tell their clan why — Before leaving, the two men told Banū Muʿāwiya why they would not come.</a:t>
            </a:r>
          </a:p>
          <a:p>
            <a:r>
              <a:t>  4. They move to Ziyād's ؓ camp — Father and son moved out, and camped with Ziyād ؓ.</a:t>
            </a:r>
          </a:p>
          <a:p>
            <a:r>
              <a:t>  5. Their advice: strike tonight — Before the men drifting toward the rebels from al-Sakāsik, al-Sakūn and Ḥaḍramawt get there.</a:t>
            </a:r>
          </a:p>
          <a:p>
            <a:r>
              <a:t>▶ 6. The danger in waiting — If you wait, we are afraid people will drift away from us to them.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tools/mapstudio/scenes/s03-07-hadramawt-and-kinda.json in tools/mapstudio/index.html, export step(s) 2–4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four kings." The old Kinda kingship is not told tonight, and no source ties it to the ridda — say nothing that implies it</a:t>
            </a:r>
          </a:p>
          <a:p/>
          <a:p>
            <a:r>
              <a:t>BEAT 1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"The four kings." The old Kinda kingship is not told tonight, and no source ties it to the ridda — say nothing that implies it</a:t>
            </a:r>
          </a:p>
          <a:p/>
          <a:p>
            <a:r>
              <a:t>WHEN, as the card gives it: 11 AH by الکامل's arrangement; سیر files it under 12 AH `[SOURCED, the books differ]`</a:t>
            </a:r>
          </a:p>
          <a:p/>
          <a:p>
            <a:r>
              <a:t>TSY/E-YK10 · Round their fires</a:t>
            </a:r>
          </a:p>
          <a:p>
            <a:r>
              <a:t>Tier: CORE   When: 11 or 12 AH</a:t>
            </a:r>
          </a:p>
          <a:p/>
          <a:p>
            <a:r>
              <a:t>Ziyād ؓ agreed. They gathered in the dark and ringed the pastures, and they found the men sitting round their fires. Banū ʿAmr b. Muʿāwiya were the strongest of Kinda and had the numbers. The Muslims fell on them from five directions at once. Four brothers were killed that night — Mikhwaṣ, Mishraḥ, Jamad and Abḍaʿa — with their sister, al-ʿAmarrada. These were "the four kings", the chiefs of Banū ʿAmr. Many others were killed; whoever could run, ran. Ziyād ؓ turned back with the property and the captives. And his road home passed al-Ashʿath b. Qays. Al-Ashʿath rose with his people, took the captives back, and began to gather every man he could.</a:t>
            </a:r>
          </a:p>
          <a:p/>
          <a:p>
            <a:r>
              <a:t>MAP: The red pasture-markers of **بنو عمرو بن معاوية**. Five blue arrows close on them at once, from five sides. Five markers go out. Then a blue column heads home with captives — and a new red block under</a:t>
            </a:r>
          </a:p>
          <a:p/>
          <a:p>
            <a:r>
              <a:t>عبرت: The night attack ended the four kings and brought the fifth man into the war.</a:t>
            </a:r>
          </a:p>
          <a:p/>
          <a:p>
            <a:r>
              <a:t>STATEMENT (full rendering): "They found them sitting round their fires, and fell on Banū ʿAmr b. Muʿāwiya — who had the numbers and the strength — from five directions."</a:t>
            </a:r>
          </a:p>
          <a:p/>
          <a:p>
            <a:r>
              <a:t>Source: الکامل فی التاریخ ج۲ ص۲۳۱</a:t>
            </a:r>
          </a:p>
          <a:p/>
          <a:p>
            <a:r>
              <a:t>ALSO IN THE CARD:</a:t>
            </a:r>
          </a:p>
          <a:p>
            <a:r>
              <a:t>**Also on the page:**</a:t>
            </a:r>
          </a:p>
          <a:p/>
          <a:p>
            <a:r>
              <a:t>&gt; فَأَجَابَهُمْ إِلَى تَبْيِيتِ الْقَوْمِ، فَاجْتَمَعُوا وَطَوَّقُوهُمْ فِي مَحَاجِرِهِمْ، فَوَجَدُوهُمْ جُلُوسًا حَوْلَ نِيرَانِهِمْ، فَأَكَبُّوا عَلَى بَنِي عَمْرِو بْنِ مُعَاوِيَةَ، وَفِيهِمُ الْعَدَدُ وَالشَّوْكَةُ - مِنْ خَمْسَةِ أَوْجُهٍ، فَأَصَابُوا مِشْرَحًا وَمِخْوَصًا وَجَمَدًا وَأَبْضَعَةَ وَأُخْتَهُمُ الْعَمَرَّدَةَ، وَأَدْرَكَتْهُمْ لَعْنَةُ النَّبِيِّ - صَلَّى اللَّهُ عَلَيْهِ وَسَلَّمَ -</a:t>
            </a:r>
          </a:p>
          <a:p>
            <a:r>
              <a:t>&gt; — الکامل فی التاریخ ج۲ ص۲۳۱ · https://shamela.ws/book/21712/922</a:t>
            </a:r>
          </a:p>
          <a:p>
            <a:r>
              <a:t>&gt; *English:* "He agreed to the night attack. They gathered and ringed them in their pastures, and found</a:t>
            </a:r>
          </a:p>
          <a:p>
            <a:r>
              <a:t>&gt; them sitting round their fires. They fell on Banū ʿAmr b. Muʿāwiya — who had the numbers and the</a:t>
            </a:r>
          </a:p>
          <a:p>
            <a:r>
              <a:t>&gt; strength — from five directions, and struck down Mishraḥ, Mikhwaṣ, Jamad, Abḍaʿa and their sister</a:t>
            </a:r>
          </a:p>
          <a:p>
            <a:r>
              <a:t>&gt; al-ʿAmarrada; and the curse of the Prophet ﷺ overtook them."</a:t>
            </a:r>
          </a:p>
          <a:p/>
          <a:p>
            <a:r>
              <a:t>**Al-Dhahabī, from Ibn Isḥāq — four, and no sister:**</a:t>
            </a:r>
          </a:p>
          <a:p/>
          <a:p>
            <a:r>
              <a:t>&gt; أن زيادا بيتهم فقتل ملوكا أربعة: جمدا، ومخوصا ومشرحا، وأبضعة.</a:t>
            </a:r>
          </a:p>
          <a:p>
            <a:r>
              <a:t>&gt; — سیر أعلام النبلاء، ج الراشدون ص۶۲ · https://shamela.ws/book/10906/1210</a:t>
            </a:r>
          </a:p>
          <a:p>
            <a:r>
              <a:t>&gt; *English:* "…that Ziyād fell on them by night and killed four kings: Jamad, Mikhwaṣ, Mishraḥ and</a:t>
            </a:r>
          </a:p>
          <a:p>
            <a:r>
              <a:t>&gt; Abḍaʿa."</a:t>
            </a:r>
          </a:p>
          <a:p/>
          <a:p>
            <a:r>
              <a:t>Record both counts side by side; do not choose. The origin of the Prophet's ﷺ curse is the</a:t>
            </a:r>
          </a:p>
          <a:p>
            <a:r>
              <a:t>Kinda-delegation note; **do not explain it from the floor.** Ibn Khaldūn adds that the captive women</a:t>
            </a:r>
          </a:p>
          <a:p>
            <a:r>
              <a:t>cried out as they passed (ج۲ ص۴۹۲) — his detail, attributed to him.</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TSY/E-YK10 · Round their fires</a:t>
            </a:r>
          </a:p>
          <a:p/>
          <a:p>
            <a:r>
              <a:t>  1. Ziyād ؓ agrees to a night attack — They gathered in the dark and ringed the pastures.</a:t>
            </a:r>
          </a:p>
          <a:p>
            <a:r>
              <a:t>  2. Round their fires — They found the men sitting round their fires.</a:t>
            </a:r>
          </a:p>
          <a:p>
            <a:r>
              <a:t>  3. From five directions at once — Banū ʿAmr b. Muʿāwiya, the strongest of Kinda with the numbers, were attacked from five sides.</a:t>
            </a:r>
          </a:p>
          <a:p>
            <a:r>
              <a:t>  4. The four kings are killed — Four brothers, the chiefs of Banū ʿAmr: Mikhwaṣ, Mishraḥ, Jamad and Abḍaʿa.</a:t>
            </a:r>
          </a:p>
          <a:p>
            <a:r>
              <a:t>  5. Four, or four and a sister — Ibn al-Athīr adds their sister, al-ʿAmarrada; al-Dhahabī, from Ibn Isḥāq, names four kings and no sister.</a:t>
            </a:r>
          </a:p>
          <a:p>
            <a:r>
              <a:t>  6. Many killed, the rest run — Many others were killed that night; whoever could run, ran.</a:t>
            </a:r>
          </a:p>
          <a:p>
            <a:r>
              <a:t>  7. Home with the captives — Ziyād ؓ turned back with the property and the captives, and his road passed al-Ashʿath b. Qays.</a:t>
            </a:r>
          </a:p>
          <a:p>
            <a:r>
              <a:t>▶ 8. Al-Ashʿath rises — He rose with his people, took the captives back, and began to gather every man he could.</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tools/mapstudio/scenes/s03-07-hadramawt-and-kinda.json in tools/mapstudio/index.html, export step(s) 5–6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7 — TSY/E-YK11 · The fort they had already repaired</a:t>
            </a:r>
          </a:p>
          <a:p/>
          <a:p>
            <a:r>
              <a:t>  1. A letter: hurry — Ziyād ؓ wrote to al-Muhājir ؓ, and the letter met him on the road.</a:t>
            </a:r>
          </a:p>
          <a:p>
            <a:r>
              <a:t>  2. Al-Muhājir ؓ rides ahead — He handed the army to ʿIkrima ؓ and hurried on with the fastest men.</a:t>
            </a:r>
          </a:p>
          <a:p>
            <a:r>
              <a:t>  3. The battle at Maḥjar al-Zurqān — Al-Muhājir ؓ joined Ziyād ؓ and marched on Kinda; they met, and Kinda broke and ran.</a:t>
            </a:r>
          </a:p>
          <a:p>
            <a:r>
              <a:t>  4. A fort already repaired — Kinda took refuge in the fort of al-Nujayr, which they had already repaired and put in order.</a:t>
            </a:r>
          </a:p>
          <a:p>
            <a:r>
              <a:t>  5. The ring closes — The Muslims camped round it; ʿIkrima ؓ came up with the main body, and the siege tightened.</a:t>
            </a:r>
          </a:p>
          <a:p>
            <a:r>
              <a:t>  6. Raids through the country — Raiding parties went out through the country after the rest.</a:t>
            </a:r>
          </a:p>
          <a:p>
            <a:r>
              <a:t>▶ 7. The garrison sallies out — They came out to fight, lost many men, and went back in.</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11 AH by الکامل's arrangement; سیر files it under 12 AH `[SOURCED, the books differ]`</a:t>
            </a:r>
          </a:p>
          <a:p/>
          <a:p>
            <a:r>
              <a:t>TSY/E-YK11 · The fort they had already repaired</a:t>
            </a:r>
          </a:p>
          <a:p>
            <a:r>
              <a:t>Tier: GOOD   When: 11 or 12 AH</a:t>
            </a:r>
          </a:p>
          <a:p/>
          <a:p>
            <a:r>
              <a:t>Ziyād ؓ wrote to al-Muhājir ؓ to hurry. The letter met him on the road. He handed the army to ʿIkrima ؓ and rode ahead with the fastest men, joined Ziyād ؓ, and marched on Kinda. They met at Maḥjar al-Zurqān, and Kinda broke and ran for the fort of al-Nujayr. And the book adds one detail: they had already repaired it and put it in order. The Muslims camped round it. ʿIkrima ؓ came up with the main body, and the siege tightened. Raiding parties went out through the country after the rest. The garrison came out to fight, lost many men, and went back in.</a:t>
            </a:r>
          </a:p>
          <a:p/>
          <a:p>
            <a:r>
              <a:t>MAP: Al-Muhājir's ؓ line, on the road from صنعاء, **splits**: a fast thin arrow races ahead to Ziyād ؓ; the main body follows under ʿIkrima ؓ. Blue meets red at **مَحْجَر الزُّرْقان**; the red retreats into</a:t>
            </a:r>
          </a:p>
          <a:p/>
          <a:p>
            <a:r>
              <a:t>عبرت: They had prepared the place to retreat to before they fought, and it became the place they could not leave.</a:t>
            </a:r>
          </a:p>
          <a:p/>
          <a:p>
            <a:r>
              <a:t>STATEMENT (full rendering): "They went back into their fort; their spirits sank, and they feared death."</a:t>
            </a:r>
          </a:p>
          <a:p/>
          <a:p>
            <a:r>
              <a:t>Source: الکامل فی التاریخ ج۲ ص۲۳۱</a:t>
            </a:r>
          </a:p>
          <a:p/>
          <a:p>
            <a:r>
              <a:t>ALSO IN THE CARD:</a:t>
            </a:r>
          </a:p>
          <a:p>
            <a:r>
              <a:t>**Also on the page:**</a:t>
            </a:r>
          </a:p>
          <a:p/>
          <a:p>
            <a:r>
              <a:t>&gt; وَكَتَبَ زِيَادٌ إِلَى الْمُهَاجِرِ يَسْتَحِثُّهُ، فَلَقِيَهُ الْكِتَابُ بِالطَّرِيقِ فَاسْتَخْلَفَ عَلَى الْجُنْدِ عِكْرِمَةَ بْنَ أَبِي جَهْلٍ، وَتَعَجَّلَ فِي سَرَعَانِ النَّاسِ</a:t>
            </a:r>
          </a:p>
          <a:p>
            <a:r>
              <a:t>&gt; — الکامل فی التاریخ ج۲ ص۲۳۱ · https://shamela.ws/book/21712/922</a:t>
            </a:r>
          </a:p>
          <a:p>
            <a:r>
              <a:t>&gt; *English:* "Ziyād wrote to al-Muhājir urging him on; the letter met him on the road, and he left</a:t>
            </a:r>
          </a:p>
          <a:p>
            <a:r>
              <a:t>&gt; ʿIkrima b. Abī Jahl in charge of the army and hurried ahead with the quickest of the men."</a:t>
            </a:r>
          </a:p>
          <a:p/>
          <a:p>
            <a:r>
              <a:t>&gt; فَانْهَزَمَتْ كِنْدَةُ وَقُتِلَتْ، وَخَرَجُوا هُرَّابًا فَالْتَجَئُوا إِلَى النُّجَيْرِ، وَقَدْ رَمُّوهُ وَأَصْلَحُوهُ.</a:t>
            </a:r>
          </a:p>
          <a:p>
            <a:r>
              <a:t>&gt; — الکامل فی التاریخ ج۲ ص۲۳۱ · https://shamela.ws/book/21712/922</a:t>
            </a:r>
          </a:p>
          <a:p>
            <a:r>
              <a:t>&gt; *English:* "Kinda was routed and cut down; they fled and took refuge in al-Nujayr — which they had</a:t>
            </a:r>
          </a:p>
          <a:p>
            <a:r>
              <a:t>&gt; already repaired and put in order."</a:t>
            </a:r>
          </a:p>
          <a:p/>
          <a:p>
            <a:r>
              <a:t>Where the letter met him: الکامل says only «بالطريق»; Ibn Khaldūn says «بالمفازة بين مأرب وحضرموت»</a:t>
            </a:r>
          </a:p>
          <a:p>
            <a:r>
              <a:t>(ج۲ ص۴۹۴) — his detail, not for the map as fact. **Pairs with `RCT/E-RC34`'s map line** (ʿIkrima ؓ</a:t>
            </a:r>
          </a:p>
          <a:p>
            <a:r>
              <a:t>closing the last road).</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Pairs with #40</a:t>
            </a:r>
          </a:p>
          <a:p/>
          <a:p>
            <a:r>
              <a:t>BEAT 1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Pairs with #40</a:t>
            </a:r>
          </a:p>
          <a:p/>
          <a:p>
            <a:r>
              <a:t>WHEN, as the card gives it: 11 AH by الکامل's arrangement; سیر files it under 12 AH `[SOURCED, the books differ]`</a:t>
            </a:r>
          </a:p>
          <a:p/>
          <a:p>
            <a:r>
              <a:t>TSY/E-YK12 · The knife at the writing</a:t>
            </a:r>
          </a:p>
          <a:p>
            <a:r>
              <a:t>Tier: CORE   When: 11 or 12 AH</a:t>
            </a:r>
          </a:p>
          <a:p/>
          <a:p>
            <a:r>
              <a:t>When the leaders inside began to fear for their own lives, al-Ashʿath came out with nine men. They asked Ziyād ؓ for a guarantee for themselves and their families, in return for opening the gate. Ziyād ؓ said: write whatever you want, and bring it to me to seal. They wrote it. And while al-Ashʿath was writing, a man called Jaḥdam jumped at him with a knife and said: you write me in, or I kill you. Al-Ashʿath wrote him in — and forgot himself. The gate was opened. Every fighting man inside was killed. When it was over, al-Ashʿath called the men and brought out the document, and everyone named in it was spared. Al-Ashʿath's name was not there. Al-Muhājir ؓ had him bound. And someone said: hold him back — send him to Abū Bakr ؓ; he knows best what the ruling on this man is.</a:t>
            </a:r>
          </a:p>
          <a:p/>
          <a:p>
            <a:r>
              <a:t>MAP: النُّجَير only. The gate opens. The ring moves inside.</a:t>
            </a:r>
          </a:p>
          <a:p/>
          <a:p>
            <a:r>
              <a:t>عبرت: The decision about al-Ashʿath was not taken in anger at the gate; it was sent to the man whose job it was.</a:t>
            </a:r>
          </a:p>
          <a:p/>
          <a:p>
            <a:r>
              <a:t>STATEMENT (full rendering): "Al-Ashʿath forgot to write himself in, because Jaḥdam leapt at him with a knife and said: Will you write me in, or shall I kill you? So he wrote him in, and forgot himself."</a:t>
            </a:r>
          </a:p>
          <a:p/>
          <a:p>
            <a:r>
              <a:t>Source: الکامل فی التاریخ ج۲ ص۲۳۲</a:t>
            </a:r>
          </a:p>
          <a:p/>
          <a:p>
            <a:r>
              <a:t>ALSO IN THE CARD:</a:t>
            </a:r>
          </a:p>
          <a:p>
            <a:r>
              <a:t>**Also on the page:**</a:t>
            </a:r>
          </a:p>
          <a:p/>
          <a:p>
            <a:r>
              <a:t>&gt; فَخَرَجَ الْأَشْعَثُ وَمَعَهُ تِسْعَةُ نَفَرٍ، فَطَلَبُوا مِنْ زِيَادٍ أَنْ يُؤَمِّنَهُمْ وَأَهْلِيَهُمْ عَلَى أَنْ يَفْتَحُوا لَهُ الْبَابَ. فَأَجَابَهُمْ إِلَى ذَلِكَ وَقَالَ: اكْتُبُوا مَا شِئْتُمْ ثُمَّ هَلُمُّوا الْكِتَابَ حَتَّى أَخْتِمَهُ. فَفَعَلُوا، وَنَسِيَ الْأَشْعَثُ أَنْ يَكْتُبَ نَفْسَهُ لِأَنَّ جَحْدَمًا وَثَبَ عَلَيْهِ بِسِكِّينٍ، فَقَالَ: تَكْتُبُنِي أَوْ أَقْتُلُكَ؟ فَكَتَبَهُ وَنَسِيَ نَفْسَهُ</a:t>
            </a:r>
          </a:p>
          <a:p>
            <a:r>
              <a:t>&gt; — الکامل فی التاریخ ج۲ ص۲۳۲ · https://shamela.ws/book/21712/923</a:t>
            </a:r>
          </a:p>
          <a:p>
            <a:r>
              <a:t>&gt; *English:* "Al-Ashʿath came out with nine men, and they asked Ziyād to guarantee them and their</a:t>
            </a:r>
          </a:p>
          <a:p>
            <a:r>
              <a:t>&gt; households on condition that they opened the gate to him. He agreed and said: Write whatever you</a:t>
            </a:r>
          </a:p>
          <a:p>
            <a:r>
              <a:t>&gt; want, then bring me the document so that I can seal it. They did — and al-Ashʿath forgot to write</a:t>
            </a:r>
          </a:p>
          <a:p>
            <a:r>
              <a:t>&gt; himself in, because Jaḥdam leapt at him with a knife and said: Will you write me in, or shall I kill</a:t>
            </a:r>
          </a:p>
          <a:p>
            <a:r>
              <a:t>&gt; you? So he wrote him in, and forgot himself."</a:t>
            </a:r>
          </a:p>
          <a:p/>
          <a:p>
            <a:r>
              <a:t>&gt; فَقَالَ الْمُهَاجِرُ: الْحَمْدُ لِلَّهِ الَّذِي خَطَّأَ فَاكَ يَا أَشْعَثُ يَا عَدُوَّ اللَّهِ! قَدْ كُنْتُ أَشْتَهِي أَنْ يُخْزِيَكَ اللَّهُ! وَشَدَّهُ كِتَافًا، فَقِيلَ لَهُ: أَخِّرْهُ وَسَيِّرْهُ إِلَى أَبِي بَكْرٍ؛ فَهُوَ أَعْلَمُ بِالْحُكْمِ فِيهِ. فَسَيَّرَهُ إِلَى أَبِي بَكْرٍ مَعَ السَّبْيِ.</a:t>
            </a:r>
          </a:p>
          <a:p>
            <a:r>
              <a:t>&gt; — الکامل فی التاریخ ج۲ ص۲۳۲ · https://shamela.ws/book/21712/923</a:t>
            </a:r>
          </a:p>
          <a:p>
            <a:r>
              <a:t>&gt; *English:* "Al-Muhājir said: Praise be to Allah, who made your mouth err, Ashʿath — you enemy of</a:t>
            </a:r>
          </a:p>
          <a:p>
            <a:r>
              <a:t>&gt; Allah! I had been longing for Allah to disgrace you! And he bound him tight. Someone said to him:</a:t>
            </a:r>
          </a:p>
          <a:p>
            <a:r>
              <a:t>&gt; Hold him back and send him to Abū Bakr — he knows best the ruling on him. So he sent him to Abū Bakr</a:t>
            </a:r>
          </a:p>
          <a:p>
            <a:r>
              <a:t>&gt; with the captives."</a:t>
            </a:r>
          </a:p>
          <a:p/>
          <a:p>
            <a:r>
              <a:t>**Pairs with `RCT/E-RC34`**, whose statement opens al-Muhājir's ؓ sentence («الحمد لله الذي خطأ فاك»).</a:t>
            </a:r>
          </a:p>
          <a:p>
            <a:r>
              <a:t>⚠ «يَا عَدُوَّ اللَّهِ» is said to a man who is later a Companion — keep it in the notes, not on a slide.</a:t>
            </a:r>
          </a:p>
          <a:p>
            <a:r>
              <a:t>Jaḥdam is named once, with no lineage (§X item 5). The page also says the fighters were beheaded</a:t>
            </a:r>
          </a:p>
          <a:p>
            <a:r>
              <a:t>after capture — «وَضَرَبُوا أَعْنَاقَهُمْ صَبْرًا». Narrate it plainly if asked; do not enlarge it.</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9 — TSY/E-YK12 · The knife at the writing</a:t>
            </a:r>
          </a:p>
          <a:p/>
          <a:p>
            <a:r>
              <a:t>  1. Al-Ashʿath comes out with nine men — The leaders inside had begun to fear for their own lives.</a:t>
            </a:r>
          </a:p>
          <a:p>
            <a:r>
              <a:t>  2. A guarantee in return for the gate — They asked Ziyād ؓ to guarantee them and their families, in return for opening the gate.</a:t>
            </a:r>
          </a:p>
          <a:p>
            <a:r>
              <a:t>  3. Write whatever you want — Ziyād ؓ agreed: write it, and bring it to me to seal.</a:t>
            </a:r>
          </a:p>
          <a:p>
            <a:r>
              <a:t>  4. Jaḥdam and the knife — As al-Ashʿath wrote, Jaḥdam leapt at him with a knife: write me in, or I kill you.</a:t>
            </a:r>
          </a:p>
          <a:p>
            <a:r>
              <a:t>  5. He forgets himself — Al-Ashʿath wrote Jaḥdam in, and left his own name out.</a:t>
            </a:r>
          </a:p>
          <a:p>
            <a:r>
              <a:t>  6. The gate is opened — Every fighting man inside was killed.</a:t>
            </a:r>
          </a:p>
          <a:p>
            <a:r>
              <a:t>  7. The document comes out — Everyone named in it was spared, and al-Ashʿath's own name was not there.</a:t>
            </a:r>
          </a:p>
          <a:p>
            <a:r>
              <a:t>  8. Al-Muhājir ؓ has him bound — He praised Allah that al-Ashʿath's mouth had erred, and had him bound tight.</a:t>
            </a:r>
          </a:p>
          <a:p>
            <a:r>
              <a:t>▶ 9. Sent to Abū Bakr ؓ with the captives — Someone said: send him to Abū Bakr ؓ, who knows best the ruling on him.</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Year: al-Kāmil puts it in 11 AH and Siyar in 12 AH. Say "11 or 12 AH" · SKIP BEATS 1,2,3,4,5,6,7,8,9</a:t>
            </a:r>
          </a:p>
          <a:p/>
          <a:p>
            <a:r>
              <a:t>WHEN, as the card gives it: **the last siege of the war** `[SOURCED as sequence]` — الکامل prints it immediately **before** «ثم دخلت سنة اثنتي عشرة» (ج۲ ص۲۳۳), i.e. still inside ۱۱ھ by its own arrangement; **no page fixes the month** (§12.2, §X item 2); **but سیر files it under ۱۲ھ** (ج الراشدون ص۵۵, ص۶۱–۶۲ — see `the-second-yemen-ridda-and-kinda-11-12ah.md`), so **the books differ on the year** — say "11 or 12 AH"</a:t>
            </a:r>
          </a:p>
          <a:p/>
          <a:p>
            <a:r>
              <a:t>RCT/E-RC34 · al-Nujayr: the name he forgot to write</a:t>
            </a:r>
          </a:p>
          <a:p>
            <a:r>
              <a:t>Tier: CORE   When: 11 or 12 AH</a:t>
            </a:r>
          </a:p>
          <a:p/>
          <a:p>
            <a:r>
              <a:t>Kinda was broken in the field and shut itself into the fort of al-Nujayr. The Muslims closed every road. When the siege bit, al-Ashʿath b. Qays came out with nine men and offered to open the gate in exchange for a written safe-conduct for himself, his household and them. He was told to write whatever he wanted and bring it to be sealed. He wrote it. He opened the gate. And when it was over and the document was produced, every man named in it was spared — and his own name was not in it.</a:t>
            </a:r>
          </a:p>
          <a:p/>
          <a:p>
            <a:r>
              <a:t>MAP: Ziyād ؓ and al-Muhājir ؓ converge and break Kinda at **مَحْجَر الزُّرْقان**; the survivors run to **النُّجَير**, a strong hill fort. ʿIkrima's ؓ long line — the one that started at اليمامة in E-RC15 — **arrives here and closes the last road.** The map's final arrow.</a:t>
            </a:r>
          </a:p>
          <a:p/>
          <a:p>
            <a:r>
              <a:t>عبرت: He wrote a safe-conduct for everyone he was bargaining with and left himself off it.</a:t>
            </a:r>
          </a:p>
          <a:p/>
          <a:p>
            <a:r>
              <a:t>HANDS UP: Before telling it: *"He is allowed to write his own terms. What is the one thing he must not forget?"*</a:t>
            </a:r>
          </a:p>
          <a:p/>
          <a:p>
            <a:r>
              <a:t>STATEMENT (full rendering): "Every man in the document was spared — and al-Ashʿath was not among them. Al-Muhājir said: Praise be to Allah, who made your mouth err, Ashʿath."</a:t>
            </a:r>
          </a:p>
          <a:p/>
          <a:p>
            <a:r>
              <a:t>Source: الکامل فی التاریخ ج۲ ص۲۳۲</a:t>
            </a:r>
          </a:p>
          <a:p/>
          <a:p>
            <a:r>
              <a:t>ALSO IN THE CARD:</a:t>
            </a:r>
          </a:p>
          <a:p>
            <a:r>
              <a:t>**And then Abū Bakr ؓ pardoned him anyway** and restored his wife (الکامل ج۲ ص۲۳۲; سیر ج۲ ص۳۹).</a:t>
            </a:r>
          </a:p>
          <a:p>
            <a:r>
              <a:t>⚠ **الکامل gives a second version on the same page in which he betrayed his companions deliberately,</a:t>
            </a:r>
          </a:p>
          <a:p>
            <a:r>
              <a:t>and his own tribeswomen named him for it. Record both. Adjudicate neither.**</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Speaker's discretion · its Arabic stays off the slide face</a:t>
            </a:r>
          </a:p>
          <a:p/>
          <a:p>
            <a:r>
              <a:t>BEAT 1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as the card gives it: 11 AH by الکامل's arrangement; سیر files it under 12 AH `[SOURCED, the books differ]`</a:t>
            </a:r>
          </a:p>
          <a:p/>
          <a:p>
            <a:r>
              <a:t>TSY/E-YK13 · The other telling</a:t>
            </a:r>
          </a:p>
          <a:p>
            <a:r>
              <a:t>Tier: GOOD   When: 11 or 12 AH</a:t>
            </a:r>
          </a:p>
          <a:p/>
          <a:p>
            <a:r>
              <a:t>Ibn al-Athīr does not leave it at one account. On the same page he writes: and it is said. In this telling there was no knife and no forgetting. When the siege became unbearable, al-Ashʿath came down on his own to al-Muhājir ؓ and Ziyād ؓ and asked for safety for his own life and property until Abū Bakr ؓ could decide about him — and in exchange he would open al-Nujayr and hand over everyone inside. They accepted. The kings inside were brought down and killed. Al-Ashʿath was bound and sent to Medina with the captives. And the captive women of his own tribe gave him a name.</a:t>
            </a:r>
          </a:p>
          <a:p/>
          <a:p>
            <a:r>
              <a:t>MAP: No movement. A single bound figure leaves النُّجَير northward, walking beside the line of captives.</a:t>
            </a:r>
          </a:p>
          <a:p/>
          <a:p>
            <a:r>
              <a:t>عبرت: The historian put both accounts on one page and did not choose between them, and neither do we.</a:t>
            </a:r>
          </a:p>
          <a:p/>
          <a:p>
            <a:r>
              <a:t>STATEMENT (full rendering): "The women of his people called him *ʿurf al-nār* — which was their name for a traitor."</a:t>
            </a:r>
          </a:p>
          <a:p/>
          <a:p>
            <a:r>
              <a:t>Source: الکامل فی التاریخ ج۲ ص۲۳۲</a:t>
            </a:r>
          </a:p>
          <a:p/>
          <a:p>
            <a:r>
              <a:t>ALSO IN THE CARD:</a:t>
            </a:r>
          </a:p>
          <a:p>
            <a:r>
              <a:t>⚠ NOT FOR THE SLIDE FACE: the statement projects a name of disgrace («عُرْفَ النَّارِ», "a traitor") onto a</a:t>
            </a:r>
          </a:p>
          <a:p>
            <a:r>
              <a:t>man who is later a Companion, from the telling the historian introduces with «وَقِيلَ»; say it aloud</a:t>
            </a:r>
          </a:p>
          <a:p>
            <a:r>
              <a:t>beside the first telling, never on the screen.</a:t>
            </a:r>
          </a:p>
          <a:p>
            <a:r>
              <a:t>⚠ SPEAKER'S DISCRETION. Al-Ashʿath is later a Companion with صحبة (سیر ج۲ ص۳۸). **Tell both tellings</a:t>
            </a:r>
          </a:p>
          <a:p>
            <a:r>
              <a:t>or neither; never this one alone.** Al-Dhahabī's report gives the safe-conduct as for **seventy**, not</a:t>
            </a:r>
          </a:p>
          <a:p>
            <a:r>
              <a:t>ten (سیر ج۲ ص۳۹). Ibn Khaldūn has him approach through ʿIkrima ؓ (ج۲ ص۴۹۴) — his detail.</a:t>
            </a:r>
          </a:p>
          <a:p>
            <a:r>
              <a:t>**Also on the page:**</a:t>
            </a:r>
          </a:p>
          <a:p/>
          <a:p>
            <a:r>
              <a:t>&gt; وَقِيلَ: إِنَّ الْحِصَارَ لَمَّا اشْتَدَّ عَلَى مَنْ بِالنُّجَيْرِ نَزَلَ الْأَشْعَثُ إِلَى الْمُهَاجِرِ وَزِيَادٍ وَالْمُسْلِمِينَ، فَسَأَلَهُمُ الْأَمَانَ عَلَى دَمِهِ وَمَالِهِ حَتَّى يَقْدَمُوا بِهِ عَلَى أَبِي بَكْرٍ، فَيَرَى فِيهِ رَأْيَهُ، عَلَى أَنْ يَفْتَحَ لَهُمُ النُّجَيْرَ وَيُسَلِّمَ إِلَيْهِمْ مَنْ فِيهِ، وَغَدَرَ بِأَصْحَابِهِ</a:t>
            </a:r>
          </a:p>
          <a:p>
            <a:r>
              <a:t>&gt; — الکامل فی التاریخ ج۲ ص۲۳۲ · https://shamela.ws/book/21712/923</a:t>
            </a:r>
          </a:p>
          <a:p>
            <a:r>
              <a:t>&gt; *English:* "And it is said: when the siege pressed hard on those in al-Nujayr, al-Ashʿath came down</a:t>
            </a:r>
          </a:p>
          <a:p>
            <a:r>
              <a:t>&gt; to al-Muhājir, Ziyād and the Muslims and asked them for safe-conduct for his life and his property</a:t>
            </a:r>
          </a:p>
          <a:p>
            <a:r>
              <a:t>&gt; until they brought him to Abū Bakr to decide about him — on condition that he opened al-Nujayr to</a:t>
            </a:r>
          </a:p>
          <a:p>
            <a:r>
              <a:t>&gt; them and handed over those inside. And he betrayed his companions."</a:t>
            </a:r>
          </a:p>
          <a:p/>
          <a:p>
            <a:r>
              <a:t>&gt; فَكَانَ الْمُسْلِمُونَ يَلْعَنُونَهُ وَيَلْعَنُهُ سَبَايَا قَوْمِهِ، وَسَمَّاهُ نِسَاءُ قَوْمِهِ عُرْفَ النَّارِ، وَهُوَ اسْمُ الْغَادِرِ عِنْدَهُمْ.</a:t>
            </a:r>
          </a:p>
          <a:p>
            <a:r>
              <a:t>&gt; — الکامل فی التاریخ ج۲ ص۲۳۲ · https://shamela.ws/book/21712/923</a:t>
            </a:r>
          </a:p>
          <a:p>
            <a:r>
              <a:t>&gt; *English:* "The Muslims cursed him, and the captive women of his own people cursed him; the women of</a:t>
            </a:r>
          </a:p>
          <a:p>
            <a:r>
              <a:t>&gt; his people called him *ʿurf al-nār* — which was their name for a traitor."</a:t>
            </a:r>
          </a:p>
          <a:p/>
          <a:p>
            <a:r>
              <a:t>Both quotations are **notes only**, for the same reason as the statement.</a:t>
            </a:r>
          </a:p>
          <a:p/>
          <a:p>
            <a:r>
              <a:t>From: Yemen II: the second ردة of Yemen, and Ḥaḍramawt/Kinda to al-Nujayr</a:t>
            </a:r>
          </a:p>
          <a:p/>
          <a:p>
            <a:r>
              <a:t>BEAT 8 of 8 — TSY/E-YK13 · The other telling</a:t>
            </a:r>
          </a:p>
          <a:p/>
          <a:p>
            <a:r>
              <a:t>  1. Ibn al-Athīr gives a second telling — He does not leave it at one account. He writes: and it is said.</a:t>
            </a:r>
          </a:p>
          <a:p>
            <a:r>
              <a:t>  2. No knife, and no forgetting — In this telling there is no knife at the writing, and no name left out.</a:t>
            </a:r>
          </a:p>
          <a:p>
            <a:r>
              <a:t>  3. Al-Ashʿath comes down alone — When the siege became unbearable, he came down on his own to al-Muhājir ؓ and Ziyād ؓ.</a:t>
            </a:r>
          </a:p>
          <a:p>
            <a:r>
              <a:t>  4. Safety until Abū Bakr ؓ decides — He asked for his life and property to be safe, until Abū Bakr ؓ could decide about him.</a:t>
            </a:r>
          </a:p>
          <a:p>
            <a:r>
              <a:t>  5. The price: the fort — In exchange he would open al-Nujayr and hand over everyone inside. They accepted.</a:t>
            </a:r>
          </a:p>
          <a:p>
            <a:r>
              <a:t>  6. The kings are brought down — The kings inside al-Nujayr were brought down and killed.</a:t>
            </a:r>
          </a:p>
          <a:p>
            <a:r>
              <a:t>  7. Bound, and sent to Medina — Al-Ashʿath was bound and sent to Medina with the captives.</a:t>
            </a:r>
          </a:p>
          <a:p>
            <a:r>
              <a:t>▶ 8. The captive women of his tribe — In this telling, the captive women of his own tribe gave him a name.</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tools/mapstudio/scenes/s03-08-al-ashath-to-medina.json in tools/mapstudio/index.html, export step(s) 1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Spare [HANDS]: ask the room the same question before the answer — use it in place of #30's if Part II ran short</a:t>
            </a:r>
          </a:p>
          <a:p/>
          <a:p>
            <a:r>
              <a:t>BEAT 1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Spare [HANDS]: ask the room the same question before the answer — use it in place of #30's if Part II ran short</a:t>
            </a:r>
          </a:p>
          <a:p/>
          <a:p>
            <a:r>
              <a:t>TSY/E-YK14 · "What do you think I will do with you?"</a:t>
            </a:r>
          </a:p>
          <a:p>
            <a:r>
              <a:t>Tier: CORE   When: 11–12 AH `[SOURCED]`</a:t>
            </a:r>
          </a:p>
          <a:p/>
          <a:p>
            <a:r>
              <a:t>Al-Ashʿath was brought before Abū Bakr ؓ. Abū Bakr ؓ asked him what he thought would be done with him. He said he did not know. Abū Bakr ؓ said: then I will kill you. And al-Ashʿath argued the law. I am the man who negotiated that peace for ten, he said — my blood is not lawful. And Abū Bakr ؓ answered him on the law: the peace bound only the names in the document, once it was sealed; before the seal you were a negotiator, nothing more. And when he feared he would be killed, he stopped arguing and asked. Look for some good in me. Free me. Forgive my stumble. Treat me as you have treated others like me. And give me back my wife — when he had come to the Prophet ﷺ he had asked for Abū Bakr's ؓ own sister, and put the wedding off until his next visit; then the Prophet ﷺ died, and he apostatised. Do that, he said, and you will find me the best man in my country for the religion of Allah. Abū Bakr ؓ spared his life and gave him back his family.</a:t>
            </a:r>
          </a:p>
          <a:p/>
          <a:p>
            <a:r>
              <a:t>MAP: المدينة only. The bound figure arrives.</a:t>
            </a:r>
          </a:p>
          <a:p/>
          <a:p>
            <a:r>
              <a:t>عبرت: He won his life only after he stopped arguing that he was owed it.</a:t>
            </a:r>
          </a:p>
          <a:p/>
          <a:p>
            <a:r>
              <a:t>HANDS UP: Before telling it: *"He has lost the legal argument. He is standing in front of the caliph in chains. What does he say now?"*</a:t>
            </a:r>
          </a:p>
          <a:p/>
          <a:p>
            <a:r>
              <a:t>STATEMENT (full rendering): "He said: The peace became binding, once the document was sealed, only on those named in it; before that you were only negotiating."</a:t>
            </a:r>
          </a:p>
          <a:p/>
          <a:p>
            <a:r>
              <a:t>Source: الکامل فی التاریخ ج۲ ص۲۳۲</a:t>
            </a:r>
          </a:p>
          <a:p/>
          <a:p>
            <a:r>
              <a:t>ALSO IN THE CARD:</a:t>
            </a:r>
          </a:p>
          <a:p>
            <a:r>
              <a:t>**Also on the page:**</a:t>
            </a:r>
          </a:p>
          <a:p/>
          <a:p>
            <a:r>
              <a:t>&gt; فَلَمَّا قَدِمَ الْمَدِينَةَ قَالَ لَهُ أَبُو بَكْرٍ: مَا تَرَانِي أَصْنَعُ بِكَ؟ قَالَ: لَا أَعْلَمُ. قَالَ: فَإِنِّي أَقْتُلُكَ. قَالَ: فَأَنَا الَّذِي رَاوَضْتُ الْقَوْمَ فِي عَشْرَةٍ فَمَا يَحِلُّ دَمِي. قَالَ: إِنَّمَا وَجَبَ الصُّلْحُ بَعْدَ خَتْمِ الصَّحِيفَةِ عَلَى مَنْ فِيهَا، وَإِنَّمَا كُنْتَ قَبْلَ ذَلِكَ مُرَاوِضًا.</a:t>
            </a:r>
          </a:p>
          <a:p>
            <a:r>
              <a:t>&gt; — الکامل فی التاریخ ج۲ ص۲۳۲ · https://shamela.ws/book/21712/923</a:t>
            </a:r>
          </a:p>
          <a:p>
            <a:r>
              <a:t>&gt; *English:* "When he reached Medina, Abū Bakr said to him: What do you think I will do with you? He</a:t>
            </a:r>
          </a:p>
          <a:p>
            <a:r>
              <a:t>&gt; said: I do not know. He said: Then I will kill you. He said: But I am the one who negotiated with the</a:t>
            </a:r>
          </a:p>
          <a:p>
            <a:r>
              <a:t>&gt; people for ten — so my blood is not lawful. He said: The peace became binding, once the document was</a:t>
            </a:r>
          </a:p>
          <a:p>
            <a:r>
              <a:t>&gt; sealed, only on those named in it; before that you were only negotiating."</a:t>
            </a:r>
          </a:p>
          <a:p/>
          <a:p>
            <a:r>
              <a:t>&gt; فَلَمَّا خَشِيَ الْقَتْلَ قَالَ: أَوَتَحْتَسِبُ فِيَّ خَيْرًا، فَتُطْلِقُ إِسَارِيْ وَتُقِيلُنِي عَثْرَتِي، وَتَفْعَلُ بِي مِثْلَ مَا فَعَلْتَ بِأَمْثَالِي، وَتَرُدُّ عَلَيَّ زَوْجَتِي؟</a:t>
            </a:r>
          </a:p>
          <a:p>
            <a:r>
              <a:t>&gt; — الکامل فی التاریخ ج۲ ص۲۳۲ · https://shamela.ws/book/21712/923</a:t>
            </a:r>
          </a:p>
          <a:p>
            <a:r>
              <a:t>&gt; *English:* "When he feared he would be killed, he said: Or will you look for some good in me — free</a:t>
            </a:r>
          </a:p>
          <a:p>
            <a:r>
              <a:t>&gt; me from my bonds, forgive my stumble, do with me what you have done with men like me, and give me</a:t>
            </a:r>
          </a:p>
          <a:p>
            <a:r>
              <a:t>&gt; back my wife?"</a:t>
            </a:r>
          </a:p>
          <a:p/>
          <a:p>
            <a:r>
              <a:t>&gt; فَإِنْ فَعَلْتَ ذَلِكَ تَجِدُنِي خَيْرَ أَهْلِ بِلَادِي لِدِينِ اللَّهِ. فَحَقَنَ دَمَهُ وَرَدَّ عَلَيْهِ أَهْلَهُ</a:t>
            </a:r>
          </a:p>
          <a:p>
            <a:r>
              <a:t>&gt; — الکامل فی التاریخ ج۲ ص۲۳۲ · https://shamela.ws/book/21712/923</a:t>
            </a:r>
          </a:p>
          <a:p>
            <a:r>
              <a:t>&gt; *English:* "If you do that, you will find me the best of the people of my country for the religion</a:t>
            </a:r>
          </a:p>
          <a:p>
            <a:r>
              <a:t>&gt; of Allah. So he spared his blood and gave him back his family."</a:t>
            </a:r>
          </a:p>
          <a:p/>
          <a:p>
            <a:r>
              <a:t>**Al-Dhahabī's shorter version** (al-Nakhaʿī, via Abū ʿUbayd's *al-Amwāl*) — a variant, kept beside</a:t>
            </a:r>
          </a:p>
          <a:p>
            <a:r>
              <a:t>the first, not in place of it:</a:t>
            </a:r>
          </a:p>
          <a:p/>
          <a:p>
            <a:r>
              <a:t>&gt; فَأُتِيَ بِهِ الصِّدِّيْقَ، فَقَالَ: إِنَّا قَاتِلُوْكَ، لاَ أَمَانَ لَكَ. فَقَالَ: تَمُنُّ عَلَيَّ وَأُسْلِمُ؟ قَالَ: فَفَعَلَ، وَزَوَّجَهُ أُخْتَهُ.</a:t>
            </a:r>
          </a:p>
          <a:p>
            <a:r>
              <a:t>&gt; — سیر أعلام النبلاء ج۲ ص۳۹ · https://shamela.ws/book/10906/2019</a:t>
            </a:r>
          </a:p>
          <a:p>
            <a:r>
              <a:t>&gt; *English:* "He was brought to al-Ṣiddīq, who said: We are going to kill you; you have no</a:t>
            </a:r>
          </a:p>
          <a:p>
            <a:r>
              <a:t>&gt; safe-conduct. He said: Will you do me a kindness, and I become Muslim? He said: And he did so, and</a:t>
            </a:r>
          </a:p>
          <a:p>
            <a:r>
              <a:t>&gt; married his sister to him."</a:t>
            </a:r>
          </a:p>
          <a:p/>
          <a:p>
            <a:r>
              <a:t>⚠ **Her name differs**: *Umm Farwa* in الکامل, *Farwa bint Abī Quḥāfa* in سیر ج۲ ص۳۹, where he asks for</a:t>
            </a:r>
          </a:p>
          <a:p>
            <a:r>
              <a:t>the marriage after the pardon rather than having it restored. Say "Abū Bakr's ؓ sister". ⚠ **The</a:t>
            </a:r>
          </a:p>
          <a:p>
            <a:r>
              <a:t>number differs**: ten in الکامل («فِي عَشْرَةٍ»), seventy in سیر — the card's narrative keeps الکامل's ten</a:t>
            </a:r>
          </a:p>
          <a:p>
            <a:r>
              <a:t>because it tells الکامل's exchange; do not reconcile them. Which "men like me" he meant is not on the</a:t>
            </a:r>
          </a:p>
          <a:p>
            <a:r>
              <a:t>page (§X item 12). **Follow with `POT/E-PG40`** (the wedding feast in the camel market), which tells</a:t>
            </a:r>
          </a:p>
          <a:p>
            <a:r>
              <a:t>al-Dhahabī's version in its narrative.</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10 of 10 — TSY/E-YK14 · "What do you think I will do with you?"</a:t>
            </a:r>
          </a:p>
          <a:p/>
          <a:p>
            <a:r>
              <a:t>  1. Al-Ashʿath before Abū Bakr ؓ — Asked what he thought would be done with him, he said he did not know.</a:t>
            </a:r>
          </a:p>
          <a:p>
            <a:r>
              <a:t>  2. Abū Bakr ؓ gives the answer — Then I will kill you.</a:t>
            </a:r>
          </a:p>
          <a:p>
            <a:r>
              <a:t>  3. Al-Ashʿath argues the law — I negotiated that peace for ten, he said, so my blood is not lawful.</a:t>
            </a:r>
          </a:p>
          <a:p>
            <a:r>
              <a:t>  4. Abū Bakr ؓ answers on the law — The answer turned on the document, and on the moment it was sealed.</a:t>
            </a:r>
          </a:p>
          <a:p>
            <a:r>
              <a:t>  5. Fearing death, he stops arguing — Look for some good in me. Free me. Forgive my stumble. Treat me as you treated others like me.</a:t>
            </a:r>
          </a:p>
          <a:p>
            <a:r>
              <a:t>  6. Give me back my wife — He had asked for Abū Bakr's ؓ sister and delayed the wedding; then the Prophet ﷺ died, and he apostatised.</a:t>
            </a:r>
          </a:p>
          <a:p>
            <a:r>
              <a:t>  7. The best man in my country — Do that, he said, and you will find me the best in my country for the religion of Allah.</a:t>
            </a:r>
          </a:p>
          <a:p>
            <a:r>
              <a:t>  8. Abū Bakr ؓ spares him — He spared al-Ashʿath's life and gave him back his family.</a:t>
            </a:r>
          </a:p>
          <a:p>
            <a:r>
              <a:t>  9. Al-Dhahabī's shorter version — We will kill you. Be gracious to me, and I accept Islam. He did, and married his sister to him.</a:t>
            </a:r>
          </a:p>
          <a:p>
            <a:r>
              <a:t>▶ 10. Ten, or seventy — Ibn al-Athīr has the peace negotiated for ten; al-Dhahabī gives seventy. The books differ.</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Pardoned, and married to Abū Bakr's ؓ sister (the books differ on her name) · SKIP BEATS 1,2,3,4</a:t>
            </a:r>
          </a:p>
          <a:p/>
          <a:p>
            <a:r>
              <a:t>BEAT 5 of 8 — POT/E-PG40 · The wedding feast in the camel market</a:t>
            </a:r>
          </a:p>
          <a:p/>
          <a:p>
            <a:r>
              <a:t>  1. He had joined the ridda — Al-Ashʿath had apostatised in the ridda, with a number of Kinda.</a:t>
            </a:r>
          </a:p>
          <a:p>
            <a:r>
              <a:t>  2. Safe conduct, but not for himself — Besieged, he took safe conduct for seventy men, al-Dhahabī says, and not for himself.</a:t>
            </a:r>
          </a:p>
          <a:p>
            <a:r>
              <a:t>  3. Brought captive to Abū Bakr ؓ — We are going to kill you, Abū Bakr ؓ told him plainly; you have no safe conduct.</a:t>
            </a:r>
          </a:p>
          <a:p>
            <a:r>
              <a:t>  4. He asks for favour — Will you show me favour, he asked, and I become Muslim?</a:t>
            </a:r>
          </a:p>
          <a:p>
            <a:r>
              <a:t>▶ 5. Released, and married into the family — Abū Bakr ؓ showed him favour, loosed his bonds, and married his own sister to him.</a:t>
            </a:r>
          </a:p>
          <a:p>
            <a:r>
              <a:t>  6. A sword in the camel market — He drew his sword, walked into the camel market of Medina, and began hamstringing every camel and bull he saw.</a:t>
            </a:r>
          </a:p>
          <a:p>
            <a:r>
              <a:t>  7. Medina thinks he has turned again — The people shouted that he had apostatised again.</a:t>
            </a:r>
          </a:p>
          <a:p>
            <a:r>
              <a:t>  8. He throws the sword down — Then he threw the sword down and explained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8 — POT/E-PG40 · The wedding feast in the camel market</a:t>
            </a:r>
          </a:p>
          <a:p/>
          <a:p>
            <a:r>
              <a:t>  1. He had joined the ridda — Al-Ashʿath had apostatised in the ridda, with a number of Kinda.</a:t>
            </a:r>
          </a:p>
          <a:p>
            <a:r>
              <a:t>  2. Safe conduct, but not for himself — Besieged, he took safe conduct for seventy men, al-Dhahabī says, and not for himself.</a:t>
            </a:r>
          </a:p>
          <a:p>
            <a:r>
              <a:t>  3. Brought captive to Abū Bakr ؓ — We are going to kill you, Abū Bakr ؓ told him plainly; you have no safe conduct.</a:t>
            </a:r>
          </a:p>
          <a:p>
            <a:r>
              <a:t>  4. He asks for favour — Will you show me favour, he asked, and I become Muslim?</a:t>
            </a:r>
          </a:p>
          <a:p>
            <a:r>
              <a:t>  5. Released, and married into the family — Abū Bakr ؓ showed him favour, loosed his bonds, and married his own sister to him.</a:t>
            </a:r>
          </a:p>
          <a:p>
            <a:r>
              <a:t>▶ 6. A sword in the camel market — He drew his sword, walked into the camel market of Medina, and began hamstringing every camel and bull he saw.</a:t>
            </a:r>
          </a:p>
          <a:p>
            <a:r>
              <a:t>  7. Medina thinks he has turned again — The people shouted that he had apostatised again.</a:t>
            </a:r>
          </a:p>
          <a:p>
            <a:r>
              <a:t>  8. He throws the sword down — Then he threw the sword down and explained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8 — POT/E-PG40 · The wedding feast in the camel market</a:t>
            </a:r>
          </a:p>
          <a:p/>
          <a:p>
            <a:r>
              <a:t>  1. He had joined the ridda — Al-Ashʿath had apostatised in the ridda, with a number of Kinda.</a:t>
            </a:r>
          </a:p>
          <a:p>
            <a:r>
              <a:t>  2. Safe conduct, but not for himself — Besieged, he took safe conduct for seventy men, al-Dhahabī says, and not for himself.</a:t>
            </a:r>
          </a:p>
          <a:p>
            <a:r>
              <a:t>  3. Brought captive to Abū Bakr ؓ — We are going to kill you, Abū Bakr ؓ told him plainly; you have no safe conduct.</a:t>
            </a:r>
          </a:p>
          <a:p>
            <a:r>
              <a:t>  4. He asks for favour — Will you show me favour, he asked, and I become Muslim?</a:t>
            </a:r>
          </a:p>
          <a:p>
            <a:r>
              <a:t>  5. Released, and married into the family — Abū Bakr ؓ showed him favour, loosed his bonds, and married his own sister to him.</a:t>
            </a:r>
          </a:p>
          <a:p>
            <a:r>
              <a:t>  6. A sword in the camel market — He drew his sword, walked into the camel market of Medina, and began hamstringing every camel and bull he saw.</a:t>
            </a:r>
          </a:p>
          <a:p>
            <a:r>
              <a:t>▶ 7. Medina thinks he has turned again — The people shouted that he had apostatised again.</a:t>
            </a:r>
          </a:p>
          <a:p>
            <a:r>
              <a:t>  8. He throws the sword down — Then he threw the sword down and explained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8 — POT/E-PG40 · The wedding feast in the camel market</a:t>
            </a:r>
          </a:p>
          <a:p/>
          <a:p>
            <a:r>
              <a:t>  1. He had joined the ridda — Al-Ashʿath had apostatised in the ridda, with a number of Kinda.</a:t>
            </a:r>
          </a:p>
          <a:p>
            <a:r>
              <a:t>  2. Safe conduct, but not for himself — Besieged, he took safe conduct for seventy men, al-Dhahabī says, and not for himself.</a:t>
            </a:r>
          </a:p>
          <a:p>
            <a:r>
              <a:t>  3. Brought captive to Abū Bakr ؓ — We are going to kill you, Abū Bakr ؓ told him plainly; you have no safe conduct.</a:t>
            </a:r>
          </a:p>
          <a:p>
            <a:r>
              <a:t>  4. He asks for favour — Will you show me favour, he asked, and I become Muslim?</a:t>
            </a:r>
          </a:p>
          <a:p>
            <a:r>
              <a:t>  5. Released, and married into the family — Abū Bakr ؓ showed him favour, loosed his bonds, and married his own sister to him.</a:t>
            </a:r>
          </a:p>
          <a:p>
            <a:r>
              <a:t>  6. A sword in the camel market — He drew his sword, walked into the camel market of Medina, and began hamstringing every camel and bull he saw.</a:t>
            </a:r>
          </a:p>
          <a:p>
            <a:r>
              <a:t>  7. Medina thinks he has turned again — The people shouted that he had apostatised again.</a:t>
            </a:r>
          </a:p>
          <a:p>
            <a:r>
              <a:t>▶ 8. He throws the sword down — Then he threw the sword down and explained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Pardoned, and married to Abū Bakr's ؓ sister (the books differ on her name) · SKIP BEATS 1,2,3,4</a:t>
            </a:r>
          </a:p>
          <a:p/>
          <a:p>
            <a:r>
              <a:t>POT/E-PG40 · The wedding feast in the camel market</a:t>
            </a:r>
          </a:p>
          <a:p>
            <a:r>
              <a:t>Tier: CORE   When: 11–12 AH `[SOURCED]`</a:t>
            </a:r>
          </a:p>
          <a:p/>
          <a:p>
            <a:r>
              <a:t>الأشعث ؓ had apostatised in the ردة with a number of كندة. He was besieged, and he took safe conduct — for seventy men, and not for himself. He was brought captive to أبو بكر ؓ, who told him plainly: we are going to kill you, you have no safe conduct. And he said: will you show me favour, and I become Muslim? أبو بكر ؓ did, and loosed his bonds, and married his own sister to him. So الأشعث ؓ drew his sword, walked into the camel market of Medina, and began hamstringing every camel and every bull he saw, while the people shouted that he had apostatised again. Then he threw the sword down and explained himself.</a:t>
            </a:r>
          </a:p>
          <a:p/>
          <a:p>
            <a:r>
              <a:t>MAP: Medina.</a:t>
            </a:r>
          </a:p>
          <a:p/>
          <a:p>
            <a:r>
              <a:t>عبرت: A man newly forgiven will sometimes announce it in the loudest and least convenient way available to him.</a:t>
            </a:r>
          </a:p>
          <a:p/>
          <a:p>
            <a:r>
              <a:t>STATEMENT (full rendering): "By God, I have not disbelieved. This man has married his sister to me, and had we been in our own country we would have had a wedding feast other than this one. People of Medina — slaughter and eat! And owners of the camels, come and take the like of them!"</a:t>
            </a:r>
          </a:p>
          <a:p/>
          <a:p>
            <a:r>
              <a:t>Source: سیر أعلام النبلاء ج۲ ص۳۹</a:t>
            </a:r>
          </a:p>
          <a:p/>
          <a:p>
            <a:r>
              <a:t>ALSO IN THE CARD:</a:t>
            </a:r>
          </a:p>
          <a:p>
            <a:r>
              <a:t>---</a:t>
            </a:r>
          </a:p>
          <a:p/>
          <a:p>
            <a:r>
              <a:t>From: The people: profiles II — الكوفة, and the men of صفين</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Via Sayf · ʿAmr, Qays and al-Ashʿath side by side again, at al-Qādisiyya</a:t>
            </a:r>
          </a:p>
          <a:p/>
          <a:p>
            <a:r>
              <a:t>BEAT 1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4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5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6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7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8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Via Sayf · ʿAmr, Qays and al-Ashʿath side by side again, at al-Qādisiyya</a:t>
            </a:r>
          </a:p>
          <a:p/>
          <a:p>
            <a:r>
              <a:t>WHEN, as the card gives it: al-Qādisiyya to Nahāwand; Ibn Kathīr files the saying in his notices for 21 AH `[SOURCED]`</a:t>
            </a:r>
          </a:p>
          <a:p/>
          <a:p>
            <a:r>
              <a:t>TSY/E-YK16 · "We suspected three men"</a:t>
            </a:r>
          </a:p>
          <a:p>
            <a:r>
              <a:t>Tier: CORE   When: al-Qādisiyya to Nahāwand</a:t>
            </a:r>
          </a:p>
          <a:p/>
          <a:p>
            <a:r>
              <a:t>Three of the men of this evening went north. Al-Ashʿath ؓ and ʿAmr b. Maʿdī Karib ؓ were in the delegation Saʿd ؓ sent to call Rustam to Islam before al-Qādisiyya. Qays b. Makshūḥ fought at the Yarmūk, came east with the reinforcements from Syria, and commanded the left wing at al-Qādisiyya. Qays and al-Ashʿath ؓ each lost an eye at the Yarmūk. At Nahāwand, Ibn Kathīr lists ʿAmr ؓ, Qays and Ṭulayḥa ؓ side by side among the leading men of the army. And he records what Jābir b. ʿAbd Allāh ؓ swore about the army at al-Qādisiyya. He said they had suspected three men of wanting this world — and when they looked into those three, they found nothing to match their honesty and their indifference to it. The three names are Ṭulayḥa, who had claimed prophethood; ʿAmr ؓ, who had followed al-Aswad; and Qays, who had turned on the Abnāʾ.</a:t>
            </a:r>
          </a:p>
          <a:p/>
          <a:p>
            <a:r>
              <a:t>MAP: Pull back to the whole region. Three thin lines leave the south of the peninsula — from **صنعاء**, from **حضرموت**, from the country of **مَذْحِج** — and run north to **اليرموك** and **القادسية**, and on to **نهاوند**.</a:t>
            </a:r>
          </a:p>
          <a:p/>
          <a:p>
            <a:r>
              <a:t>عبرت: The army kept watching the men who had once turned, and the watching found nothing; both of those facts are in the record.</a:t>
            </a:r>
          </a:p>
          <a:p/>
          <a:p>
            <a:r>
              <a:t>HANDS UP: Before telling it: *"Last week it was Ṭulayḥa. Tonight we met ʿAmr ؓ, Qays and al-Ashʿath. Where do you think we find them ten years later?"*</a:t>
            </a:r>
          </a:p>
          <a:p/>
          <a:p>
            <a:r>
              <a:t>STATEMENT (full rendering): "We did suspect three men — and … found nothing to match their trustworthiness and their abstinence…"</a:t>
            </a:r>
          </a:p>
          <a:p/>
          <a:p>
            <a:r>
              <a:t>Source: البدایہ والنہایہ ج۷ ص۲۴۳</a:t>
            </a:r>
          </a:p>
          <a:p/>
          <a:p>
            <a:r>
              <a:t>ALSO IN THE CARD:</a:t>
            </a:r>
          </a:p>
          <a:p>
            <a:r>
              <a:t>⚠ **The saying comes through Sayf b. ʿUmar** — say "Ibn Kathīr records that Jābir ؓ said". ⚠ SPEAKER'S</a:t>
            </a:r>
          </a:p>
          <a:p>
            <a:r>
              <a:t>DISCRETION on **Qays: no honorific** — no page here states his Companionship. **Stop at the Yarmūk and</a:t>
            </a:r>
          </a:p>
          <a:p>
            <a:r>
              <a:t>Nahāwand**; both al-Ashʿath's and Qays's notices go on to Ṣiffīn, which is not this session. **Close</a:t>
            </a:r>
          </a:p>
          <a:p>
            <a:r>
              <a:t>with `POT/E-PG41`** («إِنَّ هَذَا لَمْ يَرْتَدَّ، وَإِنِّي ارْتَدَدْتُ»). **Hand-off:** al-Ashʿath's later house</a:t>
            </a:r>
          </a:p>
          <a:p>
            <a:r>
              <a:t>is the third sister note.</a:t>
            </a:r>
          </a:p>
          <a:p>
            <a:r>
              <a:t>**Also on the page:**</a:t>
            </a:r>
          </a:p>
          <a:p/>
          <a:p>
            <a:r>
              <a:t>&gt; ثم بعث سعدٌ جماعةً من السادات منهم النعمان بن مُقرِّن، وفُرات بن حَيَّان، وحَنْظلة بن الربيع التميمي، وعطارد بن حاجب، والأشعث بن قيس، والمغيرة بن شعبة، وعمرو بن معد يكرب، يدعون رستم إلى الله</a:t>
            </a:r>
          </a:p>
          <a:p>
            <a:r>
              <a:t>&gt; — البدایہ والنہایہ ج۷ ص۱۳۳ · https://shamela.ws/book/30097/3279</a:t>
            </a:r>
          </a:p>
          <a:p>
            <a:r>
              <a:t>&gt; *English:* "Then Saʿd sent a group of the leading men — among them al-Nuʿmān b. Muqarrin, Furāt b.</a:t>
            </a:r>
          </a:p>
          <a:p>
            <a:r>
              <a:t>&gt; Ḥayyān, Ḥanẓala b. al-Rabīʿ al-Tamīmī, ʿUṭārid b. Ḥājib, al-Ashʿath b. Qays, al-Mughīra b. Shuʿba</a:t>
            </a:r>
          </a:p>
          <a:p>
            <a:r>
              <a:t>&gt; and ʿAmr b. Maʿdī Karib — to call Rustam to Allah."</a:t>
            </a:r>
          </a:p>
          <a:p/>
          <a:p>
            <a:r>
              <a:t>&gt; وعلى الميسرة قيس بن مكشوح، وكان قيس والمغيرة بن شعبة قد قدما على سعد مددًا من عند أبي عبيدة من الشام بعدما شهدا وقعة اليرموك.</a:t>
            </a:r>
          </a:p>
          <a:p>
            <a:r>
              <a:t>&gt; — البدایہ والنہایہ ج۷ ص۱۳۹ · https://shamela.ws/book/30097/3285</a:t>
            </a:r>
          </a:p>
          <a:p>
            <a:r>
              <a:t>&gt; *English:* "And over the left wing, Qays b. Makshūḥ. Qays and al-Mughīra b. Shuʿba had come to Saʿd as</a:t>
            </a:r>
          </a:p>
          <a:p>
            <a:r>
              <a:t>&gt; reinforcements from Abū ʿUbayda in Syria, after they had fought at the Yarmūk."</a:t>
            </a:r>
          </a:p>
          <a:p/>
          <a:p>
            <a:r>
              <a:t>&gt; ما اطَّلعنا على أحدٍ من أهل القادسية يريد الدنيا مع الآخرة، ولقد اتهمنا ثلاثةَ نفرٍ، فما رأينا كما هجمنا عليهم من أمانتهم وزهدهم: طُلَيْحة بن خوَيْلد الأسدي، وعَمْرو بن معدي كرب، وقيس بن المكشوح.</a:t>
            </a:r>
          </a:p>
          <a:p>
            <a:r>
              <a:t>&gt; — البدایہ والنہایہ ج۷ ص۲۴۳ · https://shamela.ws/book/30097/3389</a:t>
            </a:r>
          </a:p>
          <a:p>
            <a:r>
              <a:t>&gt; *English:* "[Jābir b. ʿAbd Allāh said, on oath:] We never came upon anyone among the men of</a:t>
            </a:r>
          </a:p>
          <a:p>
            <a:r>
              <a:t>&gt; al-Qādisiyya who wanted this world along with the next. We did suspect three men — and when we came</a:t>
            </a:r>
          </a:p>
          <a:p>
            <a:r>
              <a:t>&gt; upon them we found nothing to match their trustworthiness and their abstinence: Ṭulayḥa b. Khuwaylid</a:t>
            </a:r>
          </a:p>
          <a:p>
            <a:r>
              <a:t>&gt; al-Asadī, ʿAmr b. Maʿdī Karib, and Qays b. al-Makshūḥ."</a:t>
            </a:r>
          </a:p>
          <a:p/>
          <a:p>
            <a:r>
              <a:t>**Al-Dhahabī's whole notice on Qays b. Makshūḥ — it does not mention the ridda at all:**</a:t>
            </a:r>
          </a:p>
          <a:p/>
          <a:p>
            <a:r>
              <a:t>&gt; الأَمِيْرُ، أَبُو حَسَّانٍ المُرَادِيُّ، مِنْ وُجُوْهِ العَرَبِ المَوْصُوْفِيْنَ بِالشَّجَاعَةِ. وَكَانَ مِمَّنْ أَعَانَ عَلَى قَتْلِ الأَسْوَدِ العَنْسِيِّ، وَقُلِعَتْ عَيْنُهُ يَوْمَ اليَرْمُوْكِ.</a:t>
            </a:r>
          </a:p>
          <a:p>
            <a:r>
              <a:t>&gt; — سیر أعلام النبلاء ج۳ ص۵۲۰ · https://shamela.ws/book/10906/3128</a:t>
            </a:r>
          </a:p>
          <a:p>
            <a:r>
              <a:t>&gt; *English:* "The commander, Abū Ḥassān al-Murādī, one of the notable Arabs known for courage. He was</a:t>
            </a:r>
          </a:p>
          <a:p>
            <a:r>
              <a:t>&gt; among those who helped kill al-Aswad al-ʿAnsī, and his eye was put out on the day of the Yarmūk."</a:t>
            </a:r>
          </a:p>
          <a:p/>
          <a:p>
            <a:r>
              <a:t>⚠ The same notice goes on to say Qays was **killed at Ṣiffīn among ʿAlī's ؓ commanders** — that clause</a:t>
            </a:r>
          </a:p>
          <a:p>
            <a:r>
              <a:t>is not quoted here and does not go into this session. The books differ on Qays: «ارتدّ عن الإسلام»</a:t>
            </a:r>
          </a:p>
          <a:p>
            <a:r>
              <a:t>(البدایہ ج۷ ص۴۲) against a notice that is silent on it (سیر ج۳ ص۵۲۰). Record both; decide nothing.</a:t>
            </a:r>
          </a:p>
          <a:p/>
          <a:p>
            <a:r>
              <a:t>---</a:t>
            </a:r>
          </a:p>
          <a:p/>
          <a:p>
            <a:r>
              <a:t>## Kinda: the kingdom before Islam, and the house of al-Ashʿath</a:t>
            </a:r>
          </a:p>
          <a:p/>
          <a:p>
            <a:r>
              <a:t>*Source note: [`kinda-the-kingdom-before-islam-and-the-house-of-al-ashath.md`](../docs/research/kinda-the-kingdom-before-islam-and-the-house-of-al-ashath.md) — read it for the pages behind these cards.*</a:t>
            </a:r>
          </a:p>
          <a:p/>
          <a:p>
            <a:r>
              <a:t>From: Yemen II: the second ردة of Yemen, and Ḥaḍramawt/Kinda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9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10 of 10 — TSY/E-YK16 · "We suspected three men"</a:t>
            </a:r>
          </a:p>
          <a:p/>
          <a:p>
            <a:r>
              <a:t>  1. Three men of this evening go north — Qays, ʿAmr ؓ and al-Ashʿath ؓ are met again at the Yarmūk, al-Qādisiyya and Nahāwand.</a:t>
            </a:r>
          </a:p>
          <a:p>
            <a:r>
              <a:t>  2. Sent to call Rustam to Islam — Al-Ashʿath ؓ and ʿAmr b. Maʿdī Karib ؓ were among the men Saʿd ؓ sent before al-Qādisiyya.</a:t>
            </a:r>
          </a:p>
          <a:p>
            <a:r>
              <a:t>  3. Qays commands the left wing — He fought at the Yarmūk, came east with reinforcements from Syria, and commanded the left at al-Qādisiyya.</a:t>
            </a:r>
          </a:p>
          <a:p>
            <a:r>
              <a:t>  4. An eye each at the Yarmūk — Qays and al-Ashʿath ؓ each lost an eye at the Yarmūk.</a:t>
            </a:r>
          </a:p>
          <a:p>
            <a:r>
              <a:t>  5. Side by side at Nahāwand — Ibn Kathīr lists ʿAmr ؓ, Qays and Ṭulayḥa ؓ among the leading men of the army.</a:t>
            </a:r>
          </a:p>
          <a:p>
            <a:r>
              <a:t>  6. What Jābir ؓ swore — Ibn Kathīr records that Jābir ؓ swore: we found no one at al-Qādisiyya wanting this world with the next.</a:t>
            </a:r>
          </a:p>
          <a:p>
            <a:r>
              <a:t>  7. Three men were suspected — They had suspected three men of wanting this world.</a:t>
            </a:r>
          </a:p>
          <a:p>
            <a:r>
              <a:t>  8. They looked into the three — And when they looked, they found nothing to match their honesty and their indifference to this world.</a:t>
            </a:r>
          </a:p>
          <a:p>
            <a:r>
              <a:t>  9. Who the three were — Ṭulayḥa ؓ, who had claimed prophethood; ʿAmr ؓ, who had followed al-Aswad; Qays, who had turned on the Abnāʾ.</a:t>
            </a:r>
          </a:p>
          <a:p>
            <a:r>
              <a:t>▶ 10. Two books on Qays — Ibn Kathīr says Qays left Islam; al-Dhahabī's notice of him, a commander known for courage, does not mention it.</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Closes on a man who came back</a:t>
            </a:r>
          </a:p>
          <a:p/>
          <a:p>
            <a:r>
              <a:t>BEAT 1 of 3 — POT/E-PG41 · This man did not apostatise, and I did</a:t>
            </a:r>
          </a:p>
          <a:p/>
          <a:p>
            <a:r>
              <a:t>▶ 1. He steps back at a funeral — At a funeral, al-Ashʿath ؓ stepped back and put Jarīr b. ʿAbd Allāh ؓ forward to lead the prayer.</a:t>
            </a:r>
          </a:p>
          <a:p>
            <a:r>
              <a:t>  2. Somebody asks him why — He gave the reason in six words.</a:t>
            </a:r>
          </a:p>
          <a:p>
            <a:r>
              <a:t>  3. Said in public, years afterwards — Forgiven, married into al-Ṣiddīq's ؓ family, made a commander, and he still said it of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2 of 3 — POT/E-PG41 · This man did not apostatise, and I did</a:t>
            </a:r>
          </a:p>
          <a:p/>
          <a:p>
            <a:r>
              <a:t>  1. He steps back at a funeral — At a funeral, al-Ashʿath ؓ stepped back and put Jarīr b. ʿAbd Allāh ؓ forward to lead the prayer.</a:t>
            </a:r>
          </a:p>
          <a:p>
            <a:r>
              <a:t>▶ 2. Somebody asks him why — He gave the reason in six words.</a:t>
            </a:r>
          </a:p>
          <a:p>
            <a:r>
              <a:t>  3. Said in public, years afterwards — Forgiven, married into al-Ṣiddīq's ؓ family, made a commander, and he still said it of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RUNSHEET: Closes on a man who came back</a:t>
            </a:r>
          </a:p>
          <a:p/>
          <a:p>
            <a:r>
              <a:t>POT/E-PG41 · This man did not apostatise, and I did</a:t>
            </a:r>
          </a:p>
          <a:p>
            <a:r>
              <a:t>Tier: CORE   When: after 12 AH `[SOURCED]`</a:t>
            </a:r>
          </a:p>
          <a:p/>
          <a:p>
            <a:r>
              <a:t>At a funeral where both men were standing, الأشعث بن قيس ؓ stepped back and put جرير بن عبد الله ؓ forward to lead the prayer. Somebody asked him why, and he gave the reason in six words. He had been forgiven, married into الصديق ؓ's own family, and made a commander; and he still said this about himself in public, years afterwards.</a:t>
            </a:r>
          </a:p>
          <a:p/>
          <a:p>
            <a:r>
              <a:t>MAP: No map.</a:t>
            </a:r>
          </a:p>
          <a:p/>
          <a:p>
            <a:r>
              <a:t>عبرت: A man who will say the worst thing about himself out loud has taken its power away from everybody else.</a:t>
            </a:r>
          </a:p>
          <a:p/>
          <a:p>
            <a:r>
              <a:t>STATEMENT (full rendering): "This man did not apostatise. And I did."</a:t>
            </a:r>
          </a:p>
          <a:p/>
          <a:p>
            <a:r>
              <a:t>Source: سیر أعلام النبلاء ج۲ ص۴۰</a:t>
            </a:r>
          </a:p>
          <a:p/>
          <a:p>
            <a:r>
              <a:t>ALSO IN THE CARD:</a:t>
            </a:r>
          </a:p>
          <a:p>
            <a:r>
              <a:t>---</a:t>
            </a:r>
          </a:p>
          <a:p/>
          <a:p>
            <a:r>
              <a:t>From: The people: profiles II — الكوفة, and the men of صفين</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BEAT 3 of 3 — POT/E-PG41 · This man did not apostatise, and I did</a:t>
            </a:r>
          </a:p>
          <a:p/>
          <a:p>
            <a:r>
              <a:t>  1. He steps back at a funeral — At a funeral, al-Ashʿath ؓ stepped back and put Jarīr b. ʿAbd Allāh ؓ forward to lead the prayer.</a:t>
            </a:r>
          </a:p>
          <a:p>
            <a:r>
              <a:t>  2. Somebody asks him why — He gave the reason in six words.</a:t>
            </a:r>
          </a:p>
          <a:p>
            <a:r>
              <a:t>▶ 3. Said in public, years afterwards — Forgiven, married into al-Ṣiddīq's ؓ family, made a commander, and he still said it of himself.</a:t>
            </a:r>
          </a:p>
          <a:p/>
          <a:p>
            <a:r>
              <a:t>The quotation and the full card are on the card's own slide.</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C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tools/mapstudio/scenes/s03-close-stop-c.json in tools/mapstudio/index.html, export step(s) all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from AAA/E-AW10, ATA/E-TB27, RCT/E-RC32, POT/E-PG41</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B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tools/mapstudio/scenes/s03-close-stop-b.json in tools/mapstudio/index.html, export step(s) all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from AAA/E-AW10, ATA/E-TB27, TSY/E-YK01, RCT/E-RC32</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OUT STOP A — the Line. Re-used verbatim as next evening's opening slide (DECISIONS.md #23).</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open tools/mapstudio/scenes/s03-close-stop-a.json in tools/mapstudio/index.html, export step(s) all as PNG, and place them here (one slide per step if you want the build-up). Sites are approximate; tribal names are loose labels.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TONIGHT'S عبرت — from AAA/E-AW05, AAA/E-AW10, ATA/E-TB27, AAA/E-AW16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50.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53.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Evening 3</a:t>
            </a:r>
          </a:p>
        </p:txBody>
      </p:sp>
      <p:sp>
        <p:nvSpPr>
          <p:cNvPr id="5" name="TextBox 4"/>
          <p:cNvSpPr txBox="1"/>
          <p:nvPr/>
        </p:nvSpPr>
        <p:spPr>
          <a:xfrm>
            <a:off x="566928" y="2011680"/>
            <a:ext cx="11057839" cy="1005840"/>
          </a:xfrm>
          <a:prstGeom prst="rect">
            <a:avLst/>
          </a:prstGeom>
          <a:noFill/>
        </p:spPr>
        <p:txBody>
          <a:bodyPr wrap="square" anchor="t" lIns="36576" rIns="36576" tIns="0" bIns="0">
            <a:spAutoFit/>
          </a:bodyPr>
          <a:lstStyle/>
          <a:p>
            <a:pPr algn="l">
              <a:lnSpc>
                <a:spcPct val="125000"/>
              </a:lnSpc>
            </a:pPr>
            <a:r>
              <a:rPr sz="6000" b="1" i="0">
                <a:solidFill>
                  <a:srgbClr val="FFFFFF"/>
                </a:solidFill>
                <a:latin typeface="Georgia"/>
                <a:cs typeface="Georgia"/>
              </a:rPr>
              <a:t>Yemen</a:t>
            </a:r>
          </a:p>
        </p:txBody>
      </p:sp>
      <p:sp>
        <p:nvSpPr>
          <p:cNvPr id="6" name="TextBox 5"/>
          <p:cNvSpPr txBox="1"/>
          <p:nvPr/>
        </p:nvSpPr>
        <p:spPr>
          <a:xfrm>
            <a:off x="566928" y="3383280"/>
            <a:ext cx="11057839" cy="640080"/>
          </a:xfrm>
          <a:prstGeom prst="rect">
            <a:avLst/>
          </a:prstGeom>
          <a:noFill/>
        </p:spPr>
        <p:txBody>
          <a:bodyPr wrap="square" anchor="t" lIns="36576" rIns="36576" tIns="0" bIns="0">
            <a:spAutoFit/>
          </a:bodyPr>
          <a:lstStyle/>
          <a:p>
            <a:pPr algn="l">
              <a:lnSpc>
                <a:spcPct val="125000"/>
              </a:lnSpc>
            </a:pPr>
            <a:r>
              <a:rPr sz="3200" b="0" i="0">
                <a:solidFill>
                  <a:srgbClr val="FAF7F0"/>
                </a:solidFill>
                <a:latin typeface="Segoe UI"/>
                <a:cs typeface="Segoe UI"/>
              </a:rPr>
              <a:t>10–12 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stopped</a:t>
            </a:r>
          </a:p>
        </p:txBody>
      </p:sp>
      <p:pic>
        <p:nvPicPr>
          <p:cNvPr id="5" name="Picture 4" descr="line_s03_open.trim.png"/>
          <p:cNvPicPr>
            <a:picLocks noChangeAspect="1"/>
          </p:cNvPicPr>
          <p:nvPr/>
        </p:nvPicPr>
        <p:blipFill>
          <a:blip r:embed="rId2"/>
          <a:stretch>
            <a:fillRect/>
          </a:stretch>
        </p:blipFill>
        <p:spPr>
          <a:xfrm>
            <a:off x="1702869" y="1389888"/>
            <a:ext cx="8785957" cy="4956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Buzākha, 11 AH</a:t>
            </a:r>
          </a:p>
        </p:txBody>
      </p:sp>
      <p:pic>
        <p:nvPicPr>
          <p:cNvPr id="5" name="Picture 4" descr="map_s2_buzakha.png"/>
          <p:cNvPicPr>
            <a:picLocks noChangeAspect="1"/>
          </p:cNvPicPr>
          <p:nvPr/>
        </p:nvPicPr>
        <p:blipFill>
          <a:blip r:embed="rId2"/>
          <a:stretch>
            <a:fillRect/>
          </a:stretch>
        </p:blipFill>
        <p:spPr>
          <a:xfrm>
            <a:off x="635595" y="1389888"/>
            <a:ext cx="6497368" cy="4956048"/>
          </a:xfrm>
          <a:prstGeom prst="rect">
            <a:avLst/>
          </a:prstGeom>
        </p:spPr>
      </p:pic>
      <p:sp>
        <p:nvSpPr>
          <p:cNvPr id="6" name="Rectangle 5"/>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Buzākha</a:t>
            </a:r>
          </a:p>
        </p:txBody>
      </p:sp>
      <p:sp>
        <p:nvSpPr>
          <p:cNvPr id="8" name="TextBox 7"/>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we stopped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the south</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tools/mapstudio/scenes/s03-00-turn-south.json, export step(s) 1,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Buzākha</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we stopped</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tonight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al-Aswad al-ʿAnsī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The Prophet ﷺ tells a dream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While he was asleep, he was brought the treasures of the earth.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bracelets of gold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Two gold bracelets were placed in his hands, and they weighed heavily on him.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blows, and they are gone</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was inspired to blow on them; he blew, and they went.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liars, named by their cities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read them as the two liars he stood between: the man of Ṣanʿāʾ and the man of al-Yamāma.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two bracelets</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بينا أنا نائم أتيتُ بخزائن الأرض، فوُضع في كفي سواران من ذهب، فكَبُرا عليّ، فأُوحي إليَّ أن انفُخْهما، فنفختُهما، فذهبا فأوَّلتهما الكَذَّابَيْن اللذين أنا بينهما؛ صاحبَ صَنْعاء، وصاحبَ اليَمامة</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man of Ṣanʿāʾ and the man of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22 (Sahih al-Bukhari 4375)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Named before either had risen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two men who would break Arabia are named together, in one sentence, before either had risen.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Persians of Yemen</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tools/mapstudio/scenes/s03-01-the-persians-of-yemen.json, export step(s) 1,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Abnāʾ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Ḥimyar, then the Abyssinians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Before Islam Yemen was a kingdom of Ḥimyar; then the Abyssinians took it, under Abraha of the Elephant.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prince of Ḥimyar seeks help</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Sayf b. Dhī Yazan went to Caesar and was refused; then he went to Kisrā.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Kisrā sends men from his prisons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Kisrā sent with him men taken out of his prisons, under a commander called Wahriz.</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taken from the Abyssinians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They broke the Abyssinians and took Ṣanʿāʾ, a little before the birth of the Messenger of Allah ﷺ.</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Persians of Yemen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ثم اتفق الحالُ على أنْ بَعَثَ معه ممن بالسجونِ طائفةً تقدمهم رجل منهم يقال له: وهرز، فاستنقذ مُلْك اليمن من الحبشة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it was settled that he would send with him a party of those in the prisons, led by one of them called Wahriz…</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Abnāʾ, the Sons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Those Persians stayed and married among the Arabs; their children were called the Abnāʾ, "the Sons".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shortly before the Prophet's ﷺ birth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men of the Abnāʾ</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and Dādhawayh, whom we meet again in Ṣanʿāʾ, were of the Abnāʾ.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letter to Kisrā</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tools/mapstudio/scenes/s03-01-the-persians-of-yemen.json, export step(s) 2–3,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Kisrā</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letter, and the order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letter to Kisrā, torn unread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Prophet ﷺ wrote to Kisrā; seeing the sender's name before his own, Kisrā tore it unread.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Kisrā's order to Bādhām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Kisrā ordered his governor in Yemen, Bādhām, to send the man to him in chains.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officers ride to Medina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Bādhām chose two sensible officers: bring him only if his claim is false; otherwise come back and tell 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whole month in Medina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two officers stayed in Medina a whole month, then pressed for an answer.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"My Lord has killed your lord tonight"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Prophet ﷺ said: go back and tell your master that my Lord has killed his lord tonight.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"My Lord has killed your lord tonight"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لهما: ارجعا إلى صاحبِكما فأخبراه أن ربِّي قد قتل الليلةَ ربَّه، فأرَّخا ذلك عندَهما ثم رجعا سريعًا إلى اليمن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to them: go back to your master and tell him that my Lord has killed his lord tonight. They dated it,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Count the 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officers wrote down the night. Bādhām said: count it; if it is so, he is a prophet.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Medinan years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Kisrā killed that very 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Letters came from Persia: Kisrā had been killed that very night, by his own sons.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Shīrawayh writes to Bādhām</a:t>
            </a:r>
          </a:p>
        </p:txBody>
      </p:sp>
      <p:sp>
        <p:nvSpPr>
          <p:cNvPr id="6" name="TextBox 5"/>
          <p:cNvSpPr txBox="1"/>
          <p:nvPr/>
        </p:nvSpPr>
        <p:spPr>
          <a:xfrm>
            <a:off x="566928" y="3058668"/>
            <a:ext cx="11057839" cy="1847088"/>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Shīrawayh, Kisrā's son and successor, wrote: take allegiance for me; do not dishonour that man in Arabia; honour him.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Islam enters Bādhām's heart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Islam entered the heart of Bādhām, of his family, and of the Persians of Yemen.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Deputy over the whole of Yemen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Bādhām sent word of his Islam; the Prophet ﷺ made him deputy over the whole of Yemen.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Never removed, until he died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was not removed from it until he died. Ibn Kathīr and Ibn al-Athīr both record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whole of Yemen, until he died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وبعث إلى رسول الله ﷺ بإسلامه، فبعث إليه رسولُ الله ﷺ بنيابة اليمنِ بكمالها، فلم يعزله عنها حتى مات</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"He reported his Islam; the Messenger of Allah ﷺ sent him the deputyship of all Yemen, and did not remove him until he died."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Bādhām dies; Shahr holds Ṣanʿāʾ</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When Bādhām died, his son Shahr was made deputy over Ṣanʿāʾ and some of its districts.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Companions go out as deputies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Over the other districts went Companions: first, in the year ten, ʿAlī ؓ and Khālid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his Islam until his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Then Muʿādh ؓ and Abū Mūsā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After them the Prophet ﷺ sent Muʿādh ؓ and Abū Mūsā al-Ashʿarī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Yemen divided, 10 AH</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tools/mapstudio/scenes/s03-02-yemen-in-10ah.json, export step(s) 1–2,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Najrān</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ʿAmr b. Ḥazm ؓ</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Muʿādh ؓ</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teacher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Four districts and their governors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Shahr kept Ṣanʿāʾ; ʿAmr b. Ḥazm ؓ had Najrān; Khālid b. Saʿīd ؓ down to Zabīd; Abū Mūsā ؓ Maʾrib.</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And four more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Yaʿlā b. Umayya ؓ al-Janad; ʿĀmir b. Shahr Hamdān; al-Ṭāhir b. Abī Hāla ʿAkk; Ziyād b. Labīd ؓ Ḥaḍramawt.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Muʿādh ؓ, a teacher on the road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Muʿādh b. Jabal ؓ was tied to no district: a teacher, moving from one governor's country to the next.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Yemen divided, and a teacher on the road</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وَكَانَ مُعَاذُ مُعَلِّمًا يَتَنَقَّلُ فِي عَمَالَةِ كُلِّ عَامِلٍ بِالْيَمَنِ وَحَضْرَمَوْتَ.</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Muʿādh was a teacher, moving through the district of every governor in Yemen and Ḥaḍramawt."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196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All in the year ten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All of this, Ibn Kathīr says, was in the year ten: the end of the Prophet's ﷺ life.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ʿAbhala b. Kaʿb, of ʿAns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His name was ʿAbhala b. Kaʿb, of ʿAns, a clan of the great tribe of Madhḥij: hence al-ʿAnsī.</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Dhū al-Khimār, the veiled one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People called him the veiled one: he was never seen without a turban and a veil across his 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ʿAbhala, "the veiled one"</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وَكَانَ يُلَقَّبُ ذَا الْخِمَارِ؛ لِأَنَّهُ كَانَ مُعْتَمًّا مُتَخَمِّرًا أَبَدًا.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was nicknamed Dhū al-Khimār, because he was always turbaned and veiled."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196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conjuror with a captivating voice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books say he was a conjuror who showed people wonders; whoever heard him speak was taken by his voice.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News of an illness reaches him</a:t>
            </a:r>
          </a:p>
        </p:txBody>
      </p:sp>
      <p:sp>
        <p:nvSpPr>
          <p:cNvPr id="6" name="TextBox 5"/>
          <p:cNvSpPr txBox="1"/>
          <p:nvPr/>
        </p:nvSpPr>
        <p:spPr>
          <a:xfrm>
            <a:off x="566928" y="3058668"/>
            <a:ext cx="11057839" cy="1847088"/>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Prophet ﷺ returned from the Farewell Pilgrimage ill from the journey, not his final illness; news reached ʿAbhala.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Madhḥij follows his claim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On that news he claimed prophethood, and the tribe of Madhḥij followed him.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Ḥajjat al-Wadāʿ, 10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first apostasy in Islam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Ibn al-Athīr and al-Dhahabī both call it the first apostasy in Islam, in the Prophet's ﷺ own lifetime.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al-Aswad rises</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tools/mapstudio/scenes/s03-03-al-aswad-rises.json, export step(s) 1–2,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Najrān</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first</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comes out with seven hundred</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came out with seven hundred fighting men.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"You who rebel against us"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He wrote to the Prophet's ﷺ governors, calling them rebels: hand back our land; we have the better right.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"You who rebel against us"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وكتب إلى عُمّال النبي ﷺ: أيّها المتمرِّدون علينا، أمسكوا علينا ما أخذتم من أرضنا، ووفِّروا ما جمعتم، فنحن أولى به، وأنتم على ما أنتم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"He wrote to the Prophet's ﷺ governors: 'You who rebel against us — hand back what you have taken of our land, and keep…</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Najrān in ten nights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Ten nights after he came out, he had Najrān.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first to stand against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Then he made for Ṣanʿāʾ. Ibn al-Athīr names the first to stand against him: Shahr, Fayrūz ؓ and Dādhawayh.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Shahr killed at Shaʿūb</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Shahr son of Bādhām met him at Shaʿūb, and was killed; his army of the Abnāʾ was broken.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within the month</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held Ṣanʿāʾ on the twenty-fifth night, says Ibn Kathīr; after twenty-odd, says al-Dhahabī.</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News at al-Janad, piece by piece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At al-Janad the news came in pieces: he is at Shaʿūb; Shahr went out; Shahr is killed; Ṣanʿāʾ is his.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nights of his rising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Spreading like fire</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And the books say his affair spread like fire.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governors scatter</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tools/mapstudio/scenes/s03-03b-the-governors-scatter.json, export step(s) 1–2,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Muʿādh ؓ, Abū Mūsā ؓ</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Medina</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ʿAmr b. Ḥazm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Muʿādh ؓ and Abū Mūsā ؓ to Ḥaḍramawt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Muʿādh ؓ left Ṣanʿāʾ in flight, reached Abū Mūsā ؓ at Maʾrib, and the two went on to Ḥaḍramawt.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governors scatter</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وَخَرَجَ مُعَاذٌ هَارِبًا حَتَّى لَحِقَ بِأَبِي مُوسَى وَهُوَ بِمَأْرِبَ، فَلَحِقَا بِحَضْرَمَوْتَ</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"Muʿādh went out in flight until he reached Abū Mūsā at Maʾrib, and the two of them went on to Ḥaḍramawt."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197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governors return to Medina</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ʿAmr b. Ḥazm ؓ and Khālid b. Saʿīd ؓ went back to Medina.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rest fall back on ʿAkk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other governors fell back on al-Ṭāhir b. Abī Hāla in the mountains of ʿAkk.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From Ḥaḍramawt to al-Ṭāʾif and Aden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al-Athīr: his hand reached from the desert of Ḥaḍramawt to al-Ṭāʾif, al-Aḥsāʾ and Aden.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Many in Yemen apostatise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His kingdom grew strong and his affair hardened; a great many in Yemen apostatised.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Muslims who stayed hide their faith</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Muslims who stayed dealt with him by keeping their heads down and their faith hidden.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He never wrote to the Prophet ﷺ</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Al-Dhahabī: al-Aswad never wrote to the Prophet ﷺ; no one contested him, and Yemen was clear for him.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Ṣanʿāʾ fell</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Muʿādh ؓ marries into al-Sakūn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At Ḥaḍramawt, Muʿādh ؓ married into the tribe of al-Sakūn, and they drew close around him.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Madhḥij: ʿAmr b. Maʿdī Karib</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had to govern what he had taken. Over Madhḥij he put ʿAmr b. Maʿdī Karib.</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army: Qays b. Makshūḥ</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Over the army, Qays b. ʿAbd Yaghūth: the man also called Qays b. Makshūḥ.</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 Abnāʾ: Fayrūz ؓ and Dādhawayh</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Over the Abnāʾ, the Persians of Ṣanʿāʾ, two of their own: Fayrūz al-Daylamī ؓ and Dādhawayh.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marries the widow of Shahr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married the widow of the man he had killed, Shahr son of Bādhām. She was Fayrūz's ؓ cousin.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Zādh: a believer, one of the righteous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Ibn Kathīr names her Zādh: beautiful, and a believer in Allah and His Messenger ﷺ, one of the righteous.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His commanders, and Shahr's widow</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وتزوَّج بامرأة شهر بن باذام وهي ابنةُ عمَّ فيروز الدَّيلمي، واسمها زاذ، وكانت امرأةً حسناءَ جميلةً، وهي مع ذلك مؤمنةٌ بالله ورسوله محمد ﷺ، ومن الصالحات.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"Her name was Zādh… a believer in Allah and His Messenger Muḥammad ﷺ, and one of the righteous."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his three or four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Contempt for his commanders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Once he felt secure, al-Aswad began to treat all three of his commanders with contempt.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letters reach Ṣanʿāʾ</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tools/mapstudio/scenes/s03-04-the-night-in-sana.json, export step(s) 1–2,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Medina → Ṣanʿāʾ</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Wabr b. Yuḥannas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Medina hears of al-Aswad</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Word of al-Aswad reached Medina, and the Prophet ﷺ wrote.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Wabr brings the letters to Ṣanʿāʾ</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Wabr b. Yuḥannas brought them to Fayrūz ؓ, to Dādhawayh, and to Jishnas al-Daylamī, who later told the story.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By open fight, or by stealth</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order: fight al-Aswad, in the open or by stealth, and write to all who still held to religion.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"By open fight, or by stealth"</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فَجَاءَتْنَا كُتُبُ النَّبِيِّ - صَلَّى اللَّهُ عَلَيْهِ وَسَلَّمَ - يَأْمُرُنَا بِقِتَالِهِ، إِمَّا مُصَادَمَةً أَوْ غِيلَةً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letters of the Prophet ﷺ came to us, ordering us to fight him — either in open battle or by stealth."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198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will answer the first call</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Jishnas says they reasoned: Qays is afraid for his life; he will answer the first call.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As if from the sky; Qays answers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They gave Qays the Prophet's ﷺ message; it was as if they had come down to him from the sky.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Najrān answers too</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Letters went to Najrān as well, and the people of Najrān answered.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highland chiefs are told to wait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chiefs of the highlands wrote offering help; the men in Ṣanʿāʾ told them to wait.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Al-Aswad senses his ruin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Word of it reached al-Aswad, and he felt it closing: he sensed his ruin.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the Prophet's ﷺ last months</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would fight the same way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Ibn al-Athīr: after the Prophet ﷺ, Abū Bakr ؓ fought the apostates the same way, with envoys.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Al-Aswad summons Qays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told Qays his shayṭān, as the books call it, had said: Qays now reaches for your kingdom.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swears, and lies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 swore he would never think such a thing; Ibn Kathīr adds, flatly, that he lied.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"Now you have repented"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accepted the oath: Qays, he said, had now repented.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calls in the other three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Did I not raise you over your people? What is this I hear? They said: pardon us this once.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Out barely alive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came out, Qays says, barely alive: al-Aswad still suspicious of them, and they in danger.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comes in with ten men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Called in again, Qays came with ten men around him; al-Aswad could not kill him before them.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 am ʿAbhala"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In al-Dhahabī's telling: is it from me that you shelter behind men? You want to kill me!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offers his life; al-Aswad relents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 offered him his life; al-Aswad softened, and let him go.</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"Do what you have to do"</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 walked out, passed his companions without sitting down, and said: do what you have to do.</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is summoned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فَرَقَّ لَهُ وَتَرَكَهُ، وَخَرَجَ قَيْسٌ فَمَرَّ بِنَا وَقَالَ: اعْمَلُوا عَمَلَكُمْ. وَلَمْ يَقْعُدْ عِنْدَنَا.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softened towards him and let him be. Qays came out, passed by us, and said: 'Do what you have to do.' And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198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of them goes in to the widow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Kathīr says it was Qays; Ibn al-Athīr and al-Dhahabī say Jishnas. The reports differ.</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killed your husband"</a:t>
            </a:r>
          </a:p>
        </p:txBody>
      </p:sp>
      <p:sp>
        <p:nvSpPr>
          <p:cNvPr id="6" name="TextBox 5"/>
          <p:cNvSpPr txBox="1"/>
          <p:nvPr/>
        </p:nvSpPr>
        <p:spPr>
          <a:xfrm>
            <a:off x="566928" y="3058668"/>
            <a:ext cx="11057839" cy="1847088"/>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Cousin, he killed your husband, pressed the killing among your family, dishonoured the women. Will you stand with us?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"Or to kill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asked: to do what? To put him out, he said. She said: or to kill him.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She says yes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said: or to kill him. She said: yes. By Allah, Allah has made no person more hateful to me.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"Or kill him"</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قالت: على أي أمر، قلتُ إخراجه، قالت: أو قتله، قلت: أو قتله، قالتْ: نعم، واللهِ ما خلقَ اللهُ شخصًا هو أبغضُ إليَّ منه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"She said: or to kill him. I said: or to kill him. She said: yes — by Allah…"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stops at nothing sacred"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stands for no right of Allah, and he stops at nothing sacred.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Ṣanʿāʾ, the days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 will tell you how"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When you have made up your minds, tell me, and I will tell you how it can be done.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hundred beasts behind a line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had a hundred cattle and camels brought, drew a line on the ground, and stood them behind it.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Not one crossed the line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slaughtered them untethered and unhobbled; not one crossed the line. They milled until they died.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"Nor a day more desolate"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 said he never saw a thing more dreadful, nor a day more desolate.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 spear shown to Fayrūz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Al-Aswad turned to Fayrūz ؓ: I had a mind to slaughter you after these beasts. He showed him the spear.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Sent to divide the meat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talked his way out, and was sent to divide the meat among the people of Ṣanʿāʾ.</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man informing on him</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Hurrying back, Fayrūz ؓ found a man informing on him.</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 will kill him tomorrow"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heard al-Aswad say: I will kill him tomorrow, and his companions.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hundred beasts, and a spear</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فإذا الأسود يقول: أنا قاتلُه غدًا وأصحابه، فاغْدُ عليَّ به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al-Aswad was saying: I will kill him tomorrow, and his companions — bring him to me in the morning."</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one room without a guard</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simple architectural floor plan seen from above: a walled house of several rooms, small guard marks ringing every room except one; that room's back wall faces a road. Line drawing, teal and ochre, no people, no text. 1</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widow: every room guarded but one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Every room in this house has guards around it except this one. Its back wall is on the road.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lamp and a weapon left ready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At evening, dig through from outside the guard. I will leave a lamp and a weapon in the room.</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one room without a guard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إنه ليس من الدار بيت إلا والحرس محيطون به، غير هذا البيت، فإن ظهره إلى مكان كذا وكذا من الطّريق، فإذا أمسيتُم فانقبوا عليه من دون الحرس</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"There is no room in the house but the guards surround it — except this room. Its back is on such-and-such a place in…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brought you in to my household?"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Al-Aswad met her visitor coming out and struck him down. Ibn Kathīr: Fayrūz ؓ; Ibn al-Athīr and al-Dhahabī: Jishnas.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"My cousin, come to visit me"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screamed: it is my cousin, come to visit me. He said: be quiet; I give him to you.</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"We must go, now"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struck man ran to the others: we must go, now. They did not know what to do.</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"Do not turn back"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Then a message came from her: do not turn back from what you decided.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loosens the wall</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went in, loosened the wall's lining from inside to speed the digging, and sat with her openly.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evening before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"My foster-brother, and my cousin"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Al-Aswad walked in and jealousy took him. She said Fayrūz ؓ was her foster-brother and cousin; he threw him out.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Through the wall by 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At night they dug through the wall and went in. A lamp was in the room, under a bowl.</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goes first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went in first, the strongest of them.</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Asleep on silk, drunk, snoring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Al-Aswad was asleep on a bed of silk, drunk and snoring; the woman sat beside him.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His shayṭān speaks, as Ibn Kathīr tells it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reached the door; al-Aswad sat up, still snoring; a voice said: what have I to do with you?</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 turning back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knew that if he turned back now, he and the woman were both dead.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kills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threw himself on him, a man like a camel, and killed him; the others were with him.</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 have killed him, and freed you"</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caught at his clothes, thinking it not done. He said: I have killed him, and freed you of him.</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guards sent away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others came in to finish it; the noise brought the guards. The woman answered them, and they left.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signal agreed for first light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sat the rest of the night deciding how to tell their own side, and agreed a signal for dawn.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adhān from the fortress wall</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At dawn the adhān was called from the wall: by Qays or Wabr, says Ibn Kathīr; by himself, says Jishnas.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new sentence in the adhān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I bear witness that Muḥammad ﷺ is the Messenger of Allah, and that ʿAbhala is a liar.</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"And that ʿAbhala is a liar"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فنادى قيسٌ ويقال: وبر بن يحنس، الأذان: أشهد أن محمدًا رسول الله، وأن عبهلة كذاب، وألقى إليهم رأسه فانهزم أصحابُه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bear witness that Muḥammad is the Messenger of Allah, and that ʿAbhala is a liar…"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head thrown down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threw al-Aswad's head down to the crowd of Muslims and unbelievers gathered below.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signal and the iqāma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In al-Dhahabī's telling, Dādhawayh first called out the agreed signal, and Wabr gave the iqāma for the prayer.</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His horsemen break, and raid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His horsemen broke, but first raided the town, plundered, and snatched a great many children.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Seventy missing: yours for ours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people of Ṣanʿāʾ held his men in their houses; seventy were missing. The two sides exchanged: yours for ours.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Riders between Ṣanʿāʾ and Najrān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His riders were left going back and forth between Ṣanʿāʾ and Najrān.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governors return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Prophet's ﷺ governors came back to their districts.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 three settle on Muʿādh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 three men competed for the command, then settled on Muʿādh b. Jabal ؓ to lead the prayer.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dawn after the killing</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News written to the Prophet ﷺ</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And they wrote the news to the Messenger of Allah ﷺ.</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How do we know it was Fayrūz ؓ?</a:t>
            </a:r>
          </a:p>
        </p:txBody>
      </p:sp>
      <p:sp>
        <p:nvSpPr>
          <p:cNvPr id="6" name="TextBox 5"/>
          <p:cNvSpPr txBox="1"/>
          <p:nvPr/>
        </p:nvSpPr>
        <p:spPr>
          <a:xfrm>
            <a:off x="566928" y="3058668"/>
            <a:ext cx="11057839" cy="1847088"/>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Nearly all of that night reaches us through one storyteller, Sayf b. ʿUmar: three books agreeing are not three witnesses.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fact that does not rest on Sayf</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Al-Bukhārī records the Prophet's ﷺ dream of two gold bracelets: the man of Ṣanʿāʾ and the man of al-Yamāma.</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name, in al-Bukhārī</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From Ibn ʿAbbās ؓ, the narrator ʿUbayd Allāh names them: al-ʿAnsī, whom Fayrūz ؓ killed in Yemen, and Musaylima.</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"Whom Fayrūz killed in Yemen"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عبيد الله: أحدهما العنسي الذي قتله فيروز باليمن، والآخر مسيلمة الكذاب.</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"ʿUbayd Allāh said: one of them was al-ʿAnsī, whom Fayrūz killed in Yemen, and the other was Musaylima the liar."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22</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1330960"/>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the chroniclers tell, what al-Bukhārī names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tunnel and the lamp come from the chroniclers; the name of the man who ended it, from al-Bukhārī.</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Rabīʿ I 11 AH</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tools/mapstudio/scenes/s03-04-the-night-in-sana.json, export step(s) 3–4,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al-Aswad killed</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first claimant killed inside Ṣanʿāʾ</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Three men of the city killed him there, while the Prophet ﷺ was still alive.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news comes that same 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Ibn Kathīr reports it reached the Prophet ﷺ that night, from above, before any rider could carry it.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The Prophet ﷺ tells them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Al-ʿAnsī was killed last night; a blessed man of a blessed household killed him.</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They ask who</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named Fayrūz ؓ, and said the name twice.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"Al-ʿAnsī was killed last night"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أتى الخبرُ إلى النبي ﷺ من السماء الليلةَ التي قُتل فيه العنسي ليبشّرنا، فقال: قُتل العنسيُّ البارحةَ، قتله رجلٌ مباركٌ من أهل بيتٍ مباركين، قيل: ومنْ؟ قال: فيروزُ فيروزُ.</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news came to the Prophet ﷺ from heaven on the night al-ʿAnsī was killed, to give us good tidings. He said: al-ʿAnsī was…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killing and the news: two dates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killing came in the Prophet's ﷺ lifetime; word reached Medina later, and the reports differ on when.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Ibn Kathīr sums him up</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From Kahf Khubbān with seven hundred men; within a month he held Ṣanʿāʾ, and all Yemen gathered to him.</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shayṭān that betrayed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had a shayṭān that served him cleverly, and it betrayed him when he needed it most.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Some nights before, or one 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Rabīʿ al-Awwal 11 AH: some nights before the Prophet's ﷺ death; and it is said, one night. Allah knows best.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Some nights before — or one night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وذلك في ربيع الأول من سنة إحدى عشرة، قبل وفاة رسول الله ﷺ بليال، وقيل بليلة، فالله أعلم.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"…some nights before the death of the Messenger of Allah ﷺ — and it is said, one night. And Allah knows best."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59</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news reaches Medina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 riders with the news reached Medina after the Prophet ﷺ had died.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Bakr's ؓ first good news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Ibn al-Athīr: it was the first good news Abū Bakr ؓ received as caliph.</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news reaches Medina</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tools/mapstudio/scenes/s03-04-the-night-in-sana.json, export step(s) 5,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 → Medina</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news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end of 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 army of Usāma ؓ marches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Abū Bakr ؓ sent it out at the end of Rabīʿ al-Awwal.</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end of 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first victory of his caliphate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Ibn Kathīr calls it the first victory of Abū Bakr's ؓ caliphate, won while he sat in Medina.</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end of Rabīʿ I,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first victory he never fought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أمضى أبو بكر جيشَ أسامةَ بن زيد في آخر ربيع الأول، وأتى مقتل الأسود في آخر ربيع الأول بعد مخرج أسامة، فكان ذلك أولَ فَتْحٍ فَتَحَ أبو بكر وهو بالمدينة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Arabic Typesetting"/>
              </a:rPr>
              <a:t>Abū Bakr ؓ sent out Usāma b. Zayd's ؓ army at the end of Rabīʿ al-Awwal, and news of al-Aswad's killing came at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tells it himself</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We killed al-Aswad, he says, and our affair in Ṣanʿāʾ went back to what it had been.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They agree on Muʿādh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They sent for Muʿādh b. Jabal ؓ, agreed on him, and he led them in prayer in Ṣanʿāʾ.</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Three days of prayer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By Allah, he says, Muʿādh ؓ had led them in prayer for no more than three days.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news of the death arrives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Then word reached them of the death of the Messenger of Allah ﷺ.</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Everything comes apart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Matters came apart, they found themselves rejecting much of what they had known, and the earth shook.</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Rabīʿ I 11 AH, Ṣanʿāʾ</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 more than three days"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فوالله ما صلّى بنا إلا ثلاثةَ أيام حتى أتانا الخبرُ بوفاةِ رسولِ الله ﷺ</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"…no more than three days before the news reached us of the death of the Messenger of Allah ﷺ."</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Ibn Kathīr called the three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Kathīr had called the three who killed al-Aswad true brothers and rightful commanders.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wants Yemen for himself</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One of the three, Qays b. Makshūḥ, began to want the command of Yemen for himself.</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of the three</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وطمعَ قيس بن مكشوح في الإمرة باليمن، فعمل لذلك، وارتدّ عن الإسلام وتابَعَهُ عوامُّ أهل اليمن</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Qays b. Makshūḥ coveted the command of Yemen, worked for it, apostatised from Islam — and the common people of Yemen followed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Ṣanʿāʾ again: Qays b. Makshūḥ and the Abnāʾ</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again, 11 AH</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tools/mapstudio/scenes/s03-05-qays-and-the-abna.json, export step(s) 1,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Fayrūz ؓ · Qays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writes to five chiefs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His first move was not an army. Hold to your religion, help the Abnāʾ, obey Fayrūz ؓ.</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writes to the same five men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Kill the Abnāʾ, and drive their families out of the Yemen.</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five answer neither of them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did not answer Qays, and they did not help the Abnāʾ either.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calls in al-Aswad's scattered men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wrote to them secretly; still drifting through the country without a leader, they came to him.</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comes asking for advice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asked Fayrūz ؓ and Dādhawayh for advice about his affairs, and they were reassured.</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after the Prophet's ﷺ death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letters to the same five men</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فَاسْتَشَارَهُمَا فِي أَمْرِهِ خَدِيعَةً مِنْهُ لِيُلَبِّسَ عَلَيْهِمَا، فَاطْمَأَنَّا إِلَيْهِ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consulted the two of them about his affair — a deception on his part, to confuse them — and they felt secure with…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turns</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tools/mapstudio/scenes/s03-05-qays-and-the-abna.json, export step(s) 2,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Khawlān</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Fayrūz ؓ</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Yemen</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meal, and two separate invitations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made a meal and invited the other two men, each on his own.</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Yemen</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Dādhawayh comes first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Dādhawayh arrived first, and was killed.</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Yemen</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women talking in the street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al-Daylamī ؓ, walking to the same house, passed two women; one said he would be killed like Dādhawayh.</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Yemen</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gets out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Hearing it, Fayrūz ؓ got out.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Yemen</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Ṣanʿāʾ: the two women in the street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فَلَمَّا دَنَا مِنْهُ سَمِعَ امْرَأَتَيْنِ تَتَحَدَّثَانِ، فَقَالَتْ إِحْدَاهُمَا: هَذَا مَقْتُولٌ كَمَا قُتِلَ دَاذَوَيْهِ، فَخَرَجَ.</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came near, he heard two women talking, and one of them said: this one will be killed just as Dādhawayh was killed…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228</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rides out at a gallop</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had turned back in the street, and Qays's men were after him.</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Jishnas turns and rides with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Qays had invited Jishnas too; he met Fayrūz ؓ on the way and turned back with him.</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Up the mountain of Khawlān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Khawlān were Fayrūz's ؓ mother's people, and the two men climbed the mountain.</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Up the mountain of Khawlān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فَطَلَبَهُ أَصْحَابُ قَيْسٍ، فَخَرَجَ يَرْكُضُ، وَلَقِيَهُ جِشْنَسُ فَرَجَعَ مَعَهُ، فَتَوَجَّهَا نَحْوَ جَبَلِ خَوْلَانَ، وَهُمْ أَخْوَالُ فَيْرُوزَ، فَصَعِدَا الْجَبَلَ</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"Qays's men went after him; he rode out at a gallop. Jishnas met him and turned back with him, and the two made for…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228</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Qays's horsemen come back</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came back and told Qays.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rises in Ṣanʿāʾ</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rose in the city and the country round it, and al-Aswad's old horsemen came in to him.</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Men gather to Fayrūz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 body of men gathered to him, and he wrote to Abū Bakr ؓ to tell him.</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chiefs stand aside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In the tribes Abū Bakr ؓ had written to, the ordinary men went over to Qays.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does it himself</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now did himself what he had asked the five chiefs to do: drive out the Abnāʾ's families.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Abnāʾ divided three ways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families of the men who had stayed behind, he left where they were.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parties of families sent away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 families of the men with Fayrūz ؓ: one party to Aden and the sea, one overland.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sentence for all of them</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And Qays said the same thing to all of them.</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"Go back to your own land"</a:t>
            </a:r>
          </a:p>
        </p:txBody>
      </p:sp>
      <p:sp>
        <p:nvSpPr>
          <p:cNvPr id="6" name="TextBox 5"/>
          <p:cNvSpPr txBox="1"/>
          <p:nvPr/>
        </p:nvSpPr>
        <p:spPr>
          <a:xfrm>
            <a:off x="566928" y="2464308"/>
            <a:ext cx="11057839" cy="1170432"/>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وَقَالَ لَهُمْ جَمِيعِهِمْ: الْحَقُوا بِأَرْضِكُمْ.</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073652"/>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he said to all of them: Go back to your own land."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228</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convoys turned back</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tools/mapstudio/scenes/s03-05-qays-and-the-abna.json, export step(s) 3–4,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Aden</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convoys</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clash</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Fayrūz ؓ gives himself to the war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When he learned what Qays had done with the families, he threw himself wholly into the war.</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sends to ʿUqayl and to ʿAkk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Fayrūz ؓ sent to Banū ʿUqayl b. Rabīʿa b. ʿĀmir for help, and to ʿAkk for help.</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ʿUqayl frees a convoy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met Qays's horsemen escorting the families of the Abnāʾ, freed the families, and killed the escort.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ʿAkk frees another</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ʿAkk went out and freed another party of the families.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Both tribes send Fayrūz ؓ men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went out with them, and with everyone who had gathered to him.</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battle short of Ṣanʿāʾ</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met Qays short of Ṣanʿāʾ, and the fighting was hard.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is routed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Qays's side broke; al-Aswad's remaining men, Qays with them, were left wandering between Ṣanʿāʾ and Najrān.</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families brought back</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فَلَقُوا قَيْسًا دُونَ صَنْعَاءَ، فَاقْتَتَلُوا قِتَالًا شَدِيدًا، وَانْهَزَمَ قَيْسٌ وَأَصْحَابُهُ، وَتَذَبْذَبَ أَصْحَابُ الْعَنْسِيِّ وَقَيْسٌ مَعَهُمْ فِيمَا بَيْنَ صَنْعَاءَ وَنَجْرَانَ.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met Qays short of Ṣanʿāʾ and fought hard; Qays's side was routed…"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Ibn Kathīr tells it more briefly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In his telling no convoys are intercepted; ʿUqayl and ʿAkk had already come to help Fayrūz ؓ among Khawlān.</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stayed behind from Tabūk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Al-Muhājir b. Abī Umayya ؓ did not march to Tabūk, and the Prophet ﷺ came back displeased with him.</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His sister was Umm Salama ؓ</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She was the wife of the Prophet ﷺ.</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One sentence, while washing his head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One day, as she washed the Prophet's ﷺ head, she spoke of her brother.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Why al-Muhājir ؓ had not gone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بَيْنَمَا أُمُّ سَلَمَةَ تَغْسِلُ رَأْسَ النَّبِيِّ - صَلَّى اللَّهُ عَلَيْهِ وَسَلَّمَ - قَالَتْ: كَيْفَ يَنْفَعُنِي عَيْشٌ وَأَنْتَ عَاتِبٌ عَلَى أَخِي؟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"While Umm Salama was washing the Prophet's ﷺ head, she said: How can life be any good to me while you are displeased with…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229</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She saw him soften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signed to her servant, and her brother was called in.</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excuse, until he was pleased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Al-Muhājir ؓ kept setting out his excuse until the Prophet ﷺ was pleased, and made him governor of Kinda.</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The Prophet ﷺ dies before he sets out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was still in Medina, and had left Ziyād b. Labīd ؓ in charge of his post.</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gives a double order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First fight those in the Yemen; then go on to the post the Prophet ﷺ gave you.</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Tabūk campaign, then 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Yemen half of the order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Kathīr's list: go against al-ʿAnsī's troops, and help the Abnāʾ against Qays b. Makshūḥ.</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armies come down</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tools/mapstudio/scenes/s03-06-the-two-armies.json, export step(s) 1–3,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Abyan</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ʿIkrima ؓ</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Najrān</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al-Muhājir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ʿAmr goes over to al-Aswad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ʿAmr b. Maʿdī Karib had been with Khālid b. Saʿīd ؓ, and then went over to al-Aswad.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rides after him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struck ʿAmr on the shoulder; ʿAmr fled, and Khālid ؓ took his sword, al-Ṣamṣāma, and his horse.</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men pinned in place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Al-Aswad set ʿAmr opposite the loyal Farwa b. Musayk ؓ; neither could leave his ground because of the other.</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ʿIkrima ؓ comes into Abyan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came from Mahra with a great many men.</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reaches Najrān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With men from Mecca and al-Ṭāʾif, and Jarīr ؓ with Bajīla; Farwa ؓ joined him.</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ʿAmr walks in without safe-conduct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came in by himself and walked into al-Muhājir's ؓ camp without any safe-conduct.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armies come down on the Yemen</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فَأَقْبَلَ عَمْرُو بْنُ مَعْدِي كَرِبَ مُسْتَجِيبًا، حَتَّى دَخَلَ عَلَى الْمُهَاجِرِ مِنْ غَيْرِ أَمَانٍ، فَأَوْثَقَهُ الْمُهَاجِرُ</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"ʿAmr b. Maʿdī Karib came in, answering the call, until he walked in on al-Muhājir without any safe-conduct — and al-Muhājir bound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229</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Both men sent to Abū Bakr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Al-Muhājir ؓ bound ʿAmr, took and bound Qays as well, and sent both to Abū Bakr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marches on al-Aswad's men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asked for safe-conduct, were refused, and were killed wherever found; the book gives no reason.</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enters Ṣanʿāʾ</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entered the city and wrote to Abū Bakr ؓ.</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Two prisoners before Abū Bakr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Qays b. Makshūḥ and ʿAmr b. Maʿdī Karib were brought to him in bonds.</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speaks to Qays first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And he did not soften what he said.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 you killed the servants of Allah"</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يَا قَيْسُ، قَتَلْتَ عِبَادَ اللَّهِ، وَاتَّخَذْتَ الْمُرْتَدِّينَ وَلِيجَةً مِنْ دُونِ الْمُؤْمِنِينَ!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"Qays — you killed the servants of Allah, and took the apostates as your confidants instead of the believers!"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229</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denies it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said he had no hand in the matter of Dādhawayh, killed after coming to his meal.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the book adds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al-Athīr adds one plain clause: he had killed him in secret.</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lets the blood go</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let the matter of Dādhawayh's blood pass.</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turns to ʿAmr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Then he turned to the second prisoner, ʿAmr b. Maʿdī Karib.</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asks about shame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Was he not ashamed that every day he was either routed or taken prisoner?</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this religion would have done</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Had you helped this religion, Allah would have raised you.</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ʿAmr answers in a few words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Very well: I will turn to it, and I will not go back.</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"Every day routed or taken prisoner"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أَمَا تَسْتَحِي أَنَّكَ كُلَّ يَوْمٍ مَهْزُومٌ أَوْ مَأْسُورٌ؟ … فَقَالَ: لَا جَرَمَ، لَأُقْبِلَّنَ وَلَا أَعُودُ.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"Are you not ashamed to be routed or captured every day? … He said: Surely I will turn to it, and not go back."</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229</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They make their excuses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Both men excused themselves to Abū Bakr ؓ.</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judges only what he can see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accepted what they professed openly, and left what was inside them to Allah.</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Released, and sent home</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set them free and sent them back to their own people.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judges the two men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فعنَّفَهما وأنّبهما، فاعتذرا إليه فقبل منهما علانيتهما، ووكل سرائرهما إلى الله ﷿، وأطلقَ سراحهما وردّهما إلى قومهما.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accepted their outward profession from them, entrusted their inward states to Allah…"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Ḥaḍramawt and Kinda: the zakāt, al-Nujayr, and al-Ashʿath</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Ḥaḍramawt and Kinda</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tools/mapstudio/scenes/s03-07-hadramawt-and-kinda.json, export step(s) 1,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Ziyād b. Labīd ؓ</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Kinda</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zakāt camels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1330960"/>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An arrangement from the Prophet's ﷺ lifetime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Part of Ḥaḍramawt's ṣadaqa went to Kinda, and part of Kinda's went to Ḥaḍramawt.</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Banū Walīʿa have no camels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 clan of Kinda told Ḥaḍramawt: we have no camels to carry it; send it to us loaded.</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Ḥaḍramawt promises to look into it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If you really have no camels, we will send it loaded.</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After the Prophet ﷺ died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Banū Walīʿa came: deliver it, the way you promised the Messenger of Allah ﷺ.</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Ḥaḍramawt's answer</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You do have camels: carry it yourselves.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promise about the camels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قَالَتْ بَنُو وَلَيْعَةَ: أَبْلِغُونَا كَمَا وَعَدْتُمْ رَسُولَ اللَّهِ - صَلَّى اللَّهُ عَلَيْهِ وَسَلَّمَ -! فَقَالُوا: إِنْ لَكُمْ ظَهْرًا فَاحْتَمِلُوا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"Banū Walīʿa said: Deliver it to us, as you promised the Messenger of Allah ﷺ! They said: You do have mounts — carry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Kinda turns on the governor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To Ziyād b. Labīd ؓ they said: you are with them against us.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Home with nothing settled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Ḥaḍramawt would not carry it; Kinda kept insisting, and went home with the matter undecided.</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 does nothing yet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was waiting for al-Muhājir ؓ to arrive.</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young she-camel is branded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Collecting the zakāt in Kinda, Ziyād b. Labīd ؓ took a young she-camel from a man and branded her.</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She was not his to give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belonged to his brother, her name was Shadhra, and he had brought her by mistake.</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brothers ask for her back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brother said so, and the first man agreed and asked for her back.</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 refuses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She had already passed into the right of Allah, he said.</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third man, Ḥāritha, rides up</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Release her and take another, he said. Ziyād ؓ answered that he had no way to do that.</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Ḥāritha unties her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said one sentence, untied her hobble himself, and stood in front of her.</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she-camel called Shadhra</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حَارِثَةُ: ذَاكَ إِذَا كُنْتَ يَهُودِيًّا، وَأَطْلَقَ عِقَالَهَا وَبَعَثَهَا وَقَامَ دُونَهَا.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"Ḥāritha said: That would be so if you were a Jew — and he untied her hobble and drove her off and stood in…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warning spoken over the camel</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When Ziyād ؓ refused to give her back: do not let Shadhra be for you what al-Basūs was.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Al-ʿAddāʾ calls out to his clan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camel's owner raised the cry to his own people.</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humbled man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فَنَادَى الْعَدَّاءُ: يَا آلَ عَمْرٍو، أُضَامُ وَأُضْطَهَدُ! إِنَّ الذَّلِيلَ مَنْ أُكِلَ فِي دَارِهِ!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"Al-ʿAddāʾ called out: O family of ʿAmr — am I to be wronged and trampled? The humbled man is the one who is devoured…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 takes her back</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Young men of Ḥaḍramawt and al-Sakūn tied up Ḥāritha and his companions, and took the camel back.</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great camps face each other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Banū Muʿāwiya for Ḥāritha, Ḥaḍramawt and al-Sakūn for Ziyād ؓ; Kinda held back, their men being prisoners.</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demands, two refusals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told them to put down their weapons; they refused and demanded their men; he refused.</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strike by night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hit them in the dark, and they scattered.</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freed men rouse Kinda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let Ḥāritha and the others go; they roused their people, and a large force called: no ṣadaqa.</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Al-Ḥuṣayn b. Numayr steps between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was sent between the two sides, and for a little while they held off.</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Banū Muʿāwiya withhold the ṣadaqa</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whole clan agreed, and each chief took up his own reserved pasture as a stronghold.</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Except one man and his son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Shuraḥbīl b. al-Simṭ and his son would not go with their clan.</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They tell their clan why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Before leaving, the two men told Banū Muʿāwiya why they would not come.</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Free men do not change sides</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إِنَّهُ لَقَبِيحٌ بِالْأَحْرَارِ التَّنَقُّلُ، إِنَّ الْكِرَامَ لَيَلْزَمُونَ الشُّبْهَةَ فَيَتَكَرَّمُونَ أَنْ يَنْتَقِلُوا إِلَى أَوْضَحَ مِنْهَا مَخَافَةَ الْعَارِ، فَكَيْفَ الِانْتِقَالُ مِنَ الْأَمْرِ الْحَسَنِ الْجَمِيلِ وَالْحَقِّ إِلَى الْبَاطِلِ وَالْقَبِيحِ!</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is an ugly thing in free men to change sides…"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They move to Ziyād's ؓ camp</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Father and son moved out, and camped with Ziyād ؓ.</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Their advice: strike tonight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Before the men drifting toward the rebels from al-Sakāsik, al-Sakūn and Ḥaḍramawt get there.</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danger in waiting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If you wait, we are afraid people will drift away from us to them.</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Round their fires</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tools/mapstudio/scenes/s03-07-hadramawt-and-kinda.json, export step(s) 2–4,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Kinda</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four kings</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rises</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 agrees to a night attack</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gathered in the dark and ringed the pastures.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Round their fires</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found the men sitting round their fires.</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From five directions at once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Banū ʿAmr b. Muʿāwiya, the strongest of Kinda with the numbers, were attacked from five sides.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Round their fires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فَوَجَدُوهُمْ جُلُوسًا حَوْلَ نِيرَانِهِمْ، فَأَكَبُّوا عَلَى بَنِي عَمْرِو بْنِ مُعَاوِيَةَ، وَفِيهِمُ الْعَدَدُ وَالشَّوْكَةُ - مِنْ خَمْسَةِ أَوْجُهٍ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found them sitting round their fires, and fell on Banū ʿAmr b. Muʿāwiya — who had the numbers and the strength — from…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four kings are killed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Four brothers, the chiefs of Banū ʿAmr: Mikhwaṣ, Mishraḥ, Jamad and Abḍaʿa.</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Four, or four and a sister</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al-Athīr adds their sister, al-ʿAmarrada; al-Dhahabī, from Ibn Isḥāq, names four kings and no sister.</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Many killed, the rest run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Many others were killed that night; whoever could run, ran.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Home with the captives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turned back with the property and the captives, and his road passed al-Ashʿath b. Qays.</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rises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rose with his people, took the captives back, and began to gather every man he could.</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march on Kinda</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tools/mapstudio/scenes/s03-07-hadramawt-and-kinda.json, export step(s) 5–6,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al-Muhājir ؓ</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ahead, from Ṣanʿāʾ</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main body, behind him</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letter: hurry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wrote to al-Muhājir ؓ, and the letter met him on the road.</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rides ahead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handed the army to ʿIkrima ؓ and hurried on with the fastest men.</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battle at Maḥjar al-Zurqān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Al-Muhājir ؓ joined Ziyād ؓ and marched on Kinda; they met, and Kinda broke and ran.</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fort already repaired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Kinda took refuge in the fort of al-Nujayr, which they had already repaired and put in order.</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ring closes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 Muslims camped round it; ʿIkrima ؓ came up with the main body, and the siege tightened.</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Raids through the country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Raiding parties went out through the country after the rest.</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garrison sallies out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came out to fight, lost many men, and went back in.</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fort they had already repaired</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فَرَجَعُوا إِلَى حِصْنِهِمْ، وَخَشَعَتْ نُفُوسُهُمْ وَخَافُوا الْقَتْلَ</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went back into their fort; their spirits sank, and they feared death."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comes out with nine men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leaders inside had begun to fear for their own lives.</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guarantee in return for the gate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They asked Ziyād ؓ to guarantee them and their families, in return for opening the gate.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Write whatever you want</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Ziyād ؓ agreed: write it, and bring it to me to seal.</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Jaḥdam and the knife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As al-Ashʿath wrote, Jaḥdam leapt at him with a knife: write me in, or I kill you.</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forgets himself</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Al-Ashʿath wrote Jaḥdam in, and left his own name out.</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knife at the writing</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وَنَسِيَ الْأَشْعَثُ أَنْ يَكْتُبَ نَفْسَهُ لِأَنَّ جَحْدَمًا وَثَبَ عَلَيْهِ بِسِكِّينٍ، فَقَالَ: تَكْتُبُنِي أَوْ أَقْتُلُكَ؟ فَكَتَبَهُ وَنَسِيَ نَفْسَهُ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"Al-Ashʿath forgot to write himself in, because Jaḥdam leapt at him with a knife and said: Will you write me in, or shall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gate is opened</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Every fighting man inside was killed.</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document comes out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Everyone named in it was spared, and al-Ashʿath's own name was not there.</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has him bound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praised Allah that al-Ashʿath's mouth had erred, and had him bound tight.</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Sent to Abū Bakr ؓ with the captives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Someone said: send him to Abū Bakr ؓ, who knows best the ruling on him.</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al-Nujayr: the name he forgot to write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فَأَجَارَ مَنْ فِي الْكِتَابِ، فَإِذَا الْأَشْعَثُ لَيْسَ مِنْهُمْ، فَقَالَ الْمُهَاجِرُ: الْحَمْدُ لِلَّهِ الَّذِي خَطَّأَ فَاكَ يَا أَشْعَثُ.</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"Every man in the document was spared — and al-Ashʿath was not among them. Al-Muhājir said: Praise be to Allah, who made your mouth…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Ibn al-Athīr gives a second telling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does not leave it at one account. He writes: and it is said.</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No knife, and no forgetting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In this telling there is no knife at the writing, and no name left out.</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comes down alone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When the siege became unbearable, he came down on his own to al-Muhājir ؓ and Ziyād ؓ.</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Safety until Abū Bakr ؓ decides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asked for his life and property to be safe, until Abū Bakr ؓ could decide about him.</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price: the fort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In exchange he would open al-Nujayr and hand over everyone inside. They accepted.</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kings are brought down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kings inside al-Nujayr were brought down and killed.</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Bound, and sent to Medina</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Al-Ashʿath was bound and sent to Medina with the captives.</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captive women of his tribe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In this telling, the captive women of his own tribe gave him a name.</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 Medina</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tools/mapstudio/scenes/s03-08-al-ashath-to-medina.json, export step(s) 1,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bound, to Abū Bakr ؓ</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Al-Ashʿath before Abū Bakr ؓ</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Asked what he thought would be done with him, he said he did not know.</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gives the answer</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Then I will kill you.</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argues the law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 negotiated that peace for ten, he said, so my blood is not lawful.</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answers on the law</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answer turned on the document, and on the moment it was sealed.</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do you think I will do with you?"</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 إِنَّمَا وَجَبَ الصُّلْحُ بَعْدَ خَتْمِ الصَّحِيفَةِ عَلَى مَنْ فِيهَا، وَإِنَّمَا كُنْتَ قَبْلَ ذَلِكَ مُرَاوِضًا.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The peace became binding, once the document was sealed, only on those named in it; before that you were only negotiating."</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Fearing death, he stops arguing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Look for some good in me. Free me. Forgive my stumble. Treat me as you treated others like me.</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Give me back my wife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He had asked for Abū Bakr's ؓ sister and delayed the wedding; then the Prophet ﷺ died, and he apostatised.</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best man in my country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Do that, he said, and you will find me the best in my country for the religion of Allah.</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spares him</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spared al-Ashʿath's life and gave him back his family.</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Al-Dhahabī's shorter version</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We will kill you. Be gracious to me, and I accept Islam. He did, and married his sister to him.</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Ten, or seventy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al-Athīr has the peace negotiated for ten; al-Dhahabī gives seventy. The books differ.</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Released, and married into the family</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Abū Bakr ؓ showed him favour, loosed his bonds, and married his own sister to him.</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 sword in the camel market</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drew his sword, walked into the camel market of Medina, and began hamstringing every camel and bull he saw.</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Medina thinks he has turned again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 people shouted that he had apostatised again.</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throws the sword down</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Then he threw the sword down and explained himself.</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wedding feast in the camel market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وَاللهِ مَا كَفَرْتُ؛ وَلَكِنَّ هَذَا الرَّجُلَ زَوَّجَنِي أُخْتَهُ؛ وَلَو كُنَّا فِي بِلاَدِنَا لَكَانَتْ لَنَا وَلِيْمَةٌ غَيْرُ هَذِهِ، يَا أَهْلَ المَدِيْنَةِ، انْحَرُوا، وَكُلُوا! وَيَا أَهْلَ الإِبِلِ تَعَالَوْا خُذُوا شَرْوَاهَا!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have not disbelieved. This man has married his sister to me, and had we been in our own country we would…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39</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Three men of this evening go north</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Qays, ʿAmr ؓ and al-Ashʿath ؓ are met again at the Yarmūk, al-Qādisiyya and Nahāwand.</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Sent to call Rustam to Islam</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Al-Ashʿath ؓ and ʿAmr b. Maʿdī Karib ؓ were among the men Saʿd ؓ sent before al-Qādisiyya.</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commands the left wing</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fought at the Yarmūk, came east with reinforcements from Syria, and commanded the left at al-Qādisiyya.</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An eye each at the Yarmūk</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Qays and al-Ashʿath ؓ each lost an eye at the Yarmūk.</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Side by side at Nahāwand</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Ibn Kathīr lists ʿAmr ؓ, Qays and Ṭulayḥa ؓ among the leading men of the army.</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What Jābir ؓ swore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Ibn Kathīr records that Jābir ؓ swore: we found no one at al-Qādisiyya wanting this world with the next.</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Three men were suspected</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They had suspected three men of wanting this world.</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They looked into the three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And when they looked, they found nothing to match their honesty and their indifference to this world.</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"We suspected three men"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ولقد اتهمنا ثلاثةَ نفرٍ، فما رأينا كما هجمنا عليهم من أمانتهم وزهدهم: طُلَيْحة بن خوَيْلد الأسدي، وعَمْرو بن معدي كرب، وقيس بن المكشوح.</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did suspect three men — and … found nothing to match their trustworthiness and their abstinence…"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Who the three were</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Ṭulayḥa ؓ, who had claimed prophethood; ʿAmr ؓ, who had followed al-Aswad; Qays, who had turned on the Abnāʾ.</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al-Qādisiyya to Nahāwand</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Two books on Qays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Ibn Kathīr says Qays left Islam; al-Dhahabī's notice of him, a commander known for courage, does not mention it.</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 steps back at a funeral</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At a funeral, al-Ashʿath ؓ stepped back and put Jarīr b. ʿAbd Allāh ؓ forward to lead the prayer.</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Somebody asks him why</a:t>
            </a:r>
          </a:p>
        </p:txBody>
      </p:sp>
      <p:sp>
        <p:nvSpPr>
          <p:cNvPr id="6" name="TextBox 5"/>
          <p:cNvSpPr txBox="1"/>
          <p:nvPr/>
        </p:nvSpPr>
        <p:spPr>
          <a:xfrm>
            <a:off x="566928" y="3625596"/>
            <a:ext cx="11057839" cy="713232"/>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Georgia"/>
              </a:rPr>
              <a:t>He gave the reason in six words.</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This man did not apostatise, and I did</a:t>
            </a:r>
          </a:p>
        </p:txBody>
      </p:sp>
      <p:sp>
        <p:nvSpPr>
          <p:cNvPr id="6" name="TextBox 5"/>
          <p:cNvSpPr txBox="1"/>
          <p:nvPr/>
        </p:nvSpPr>
        <p:spPr>
          <a:xfrm>
            <a:off x="566928" y="2464308"/>
            <a:ext cx="11057839" cy="1170432"/>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إِنَّ هَذَا لَمْ يَرْتَدَّ، وَإِنِّي ارْتَدَدْتُ.</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073652"/>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man did not apostatise. And I did."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 AH</a:t>
            </a:r>
          </a:p>
        </p:txBody>
      </p:sp>
      <p:sp>
        <p:nvSpPr>
          <p:cNvPr id="5" name="TextBox 4"/>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Said in public, years afterwards</a:t>
            </a:r>
          </a:p>
        </p:txBody>
      </p:sp>
      <p:sp>
        <p:nvSpPr>
          <p:cNvPr id="6" name="TextBox 5"/>
          <p:cNvSpPr txBox="1"/>
          <p:nvPr/>
        </p:nvSpPr>
        <p:spPr>
          <a:xfrm>
            <a:off x="566928" y="3342132"/>
            <a:ext cx="11057839" cy="1280160"/>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Arabic Typesetting"/>
              </a:rPr>
              <a:t>Forgiven, married into al-Ṣiddīq's ؓ family, made a commander, and he still said it of himself.</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3_stop_c.trim.png"/>
          <p:cNvPicPr>
            <a:picLocks noChangeAspect="1"/>
          </p:cNvPicPr>
          <p:nvPr/>
        </p:nvPicPr>
        <p:blipFill>
          <a:blip r:embed="rId2"/>
          <a:stretch>
            <a:fillRect/>
          </a:stretch>
        </p:blipFill>
        <p:spPr>
          <a:xfrm>
            <a:off x="1679516" y="1389888"/>
            <a:ext cx="8832663" cy="4956048"/>
          </a:xfrm>
          <a:prstGeom prst="rect">
            <a:avLst/>
          </a:prstGeom>
        </p:spPr>
      </p:pic>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tools/mapstudio/scenes/s03-close-stop-c.json, export step(s) all,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south</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restored</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the story goes next</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men came to her with half a plan; she was the one who finished the sentence.</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 man who had just put down a rebellion had three quiet days, and then heard the news that undid them.</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state judged what it could see and left what it could not see to the One who sees it.</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 man who will say the worst thing about himself out loud has taken its power away from everybody else.</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Of the four claimants, two are still to be told: Musaylima in al-Yamāma, Sajāḥ from al-Jazīra. What became of them?</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3_stop_b.trim.png"/>
          <p:cNvPicPr>
            <a:picLocks noChangeAspect="1"/>
          </p:cNvPicPr>
          <p:nvPr/>
        </p:nvPicPr>
        <p:blipFill>
          <a:blip r:embed="rId2"/>
          <a:stretch>
            <a:fillRect/>
          </a:stretch>
        </p:blipFill>
        <p:spPr>
          <a:xfrm>
            <a:off x="1702869" y="1389888"/>
            <a:ext cx="8785957" cy="4956048"/>
          </a:xfrm>
          <a:prstGeom prst="rect">
            <a:avLst/>
          </a:prstGeom>
        </p:spPr>
      </p:pic>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tools/mapstudio/scenes/s03-close-stop-b.json, export step(s) all,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0" name="TextBox 9"/>
          <p:cNvSpPr txBox="1"/>
          <p:nvPr/>
        </p:nvSpPr>
        <p:spPr>
          <a:xfrm>
            <a:off x="7713695" y="1920240"/>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restored</a:t>
            </a:r>
          </a:p>
        </p:txBody>
      </p:sp>
      <p:sp>
        <p:nvSpPr>
          <p:cNvPr id="11" name="Rectangle 10"/>
          <p:cNvSpPr/>
          <p:nvPr/>
        </p:nvSpPr>
        <p:spPr>
          <a:xfrm>
            <a:off x="7512527"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3695" y="3863340"/>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3" name="TextBox 12"/>
          <p:cNvSpPr txBox="1"/>
          <p:nvPr/>
        </p:nvSpPr>
        <p:spPr>
          <a:xfrm>
            <a:off x="7713695" y="4283964"/>
            <a:ext cx="3911072"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still to come</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men came to her with half a plan; she was the one who finished the sentence.</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 man who had just put down a rebellion had three quiet days, and then heard the news that undid them.</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man who comes to ask your advice has not always come for your advice.</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state judged what it could see and left what it could not see to the One who sees it.</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Ḥaḍramawt had stayed quiet all this time. What made Kinda break?</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3_stop_a.trim.png"/>
          <p:cNvPicPr>
            <a:picLocks noChangeAspect="1"/>
          </p:cNvPicPr>
          <p:nvPr/>
        </p:nvPicPr>
        <p:blipFill>
          <a:blip r:embed="rId2"/>
          <a:stretch>
            <a:fillRect/>
          </a:stretch>
        </p:blipFill>
        <p:spPr>
          <a:xfrm>
            <a:off x="1702869" y="1389888"/>
            <a:ext cx="8785957" cy="4956048"/>
          </a:xfrm>
          <a:prstGeom prst="rect">
            <a:avLst/>
          </a:prstGeom>
        </p:spPr>
      </p:pic>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MAP STUDIO, not Gemini: open tools/mapstudio/scenes/s03-close-stop-a.json, export step(s) all, place here.</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Ṣanʿāʾ</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news of the death arrives</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He called the lawful governors the rebels — the first thing a usurper changes is the words.</a:t>
            </a:r>
          </a:p>
        </p:txBody>
      </p:sp>
      <p:sp>
        <p:nvSpPr>
          <p:cNvPr id="7" name="Rectangle 6"/>
          <p:cNvSpPr/>
          <p:nvPr/>
        </p:nvSpPr>
        <p:spPr>
          <a:xfrm>
            <a:off x="566928" y="272719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681478"/>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men came to her with half a plan; she was the one who finished the sentence.</a:t>
            </a:r>
          </a:p>
        </p:txBody>
      </p:sp>
      <p:sp>
        <p:nvSpPr>
          <p:cNvPr id="9" name="Rectangle 8"/>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863340"/>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 man who had just put down a rebellion had three quiet days, and then heard the news that undid them.</a:t>
            </a:r>
          </a:p>
        </p:txBody>
      </p:sp>
      <p:sp>
        <p:nvSpPr>
          <p:cNvPr id="11" name="Rectangle 10"/>
          <p:cNvSpPr/>
          <p:nvPr/>
        </p:nvSpPr>
        <p:spPr>
          <a:xfrm>
            <a:off x="566928" y="509092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045202"/>
            <a:ext cx="10746943" cy="1181862"/>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man who helped end one false claim wanted the throne it left empty.</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One of the three men who killed al-Aswad wanted Yemen for himself. What did he 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