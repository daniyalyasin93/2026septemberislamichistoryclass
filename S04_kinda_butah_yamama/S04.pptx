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evening 3's STOP B Line: the same image its closing slide showed (DECISIONS.md #23).</a:t>
            </a:r>
          </a:p>
          <a:p>
            <a:r>
              <a:t>Say: while all of that was happening in the south, the northern war had never stopped. Tonight we go back to Khālid ؓ, who we last saw at Buzākha. The one province still grey on your map, Ḥaḍramawt, stays grey tonight — we come back to it when the northern war has caught up.</a:t>
            </a:r>
          </a:p>
          <a:p>
            <a:r>
              <a:t>The map does a loop tonight, and that loop is the truth of the campaign: eleven armies were moving at once, not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tools/mapstudio/scenes/s03-close-stop-b.json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While the south was being settled, the war in the north had never stopped. Two claimants were still standing: Musaylima of Banū Ḥanīfa at al-Yamāma, and Sajāḥ, coming down from al-Jazīra. We meet them first, before the armies reach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note's own judgement: the best pair in the strand. [HANDS] 1: "A man writes to the Prophet ﷺ proposing terms. What do you think he asks for?" — ask at beat 1</a:t>
            </a:r>
          </a:p>
          <a:p/>
          <a:p>
            <a:r>
              <a:t>SAY —</a:t>
            </a:r>
          </a:p>
          <a:p>
            <a:r>
              <a:t>1. A letter comes from al-Yamāma — He writes as if to an equal: from Musaylima, 'messenger of Allah', to Muḥammad ﷺ.</a:t>
            </a:r>
          </a:p>
          <a:p>
            <a:r>
              <a:t>2. What it actually proposes — Not a revelation: a partition. Half the matter ours, half Quraysh's.</a:t>
            </a:r>
          </a:p>
          <a:p>
            <a:r>
              <a:t>3. "But Quraysh are a people who transgress" — The complaint is about a tribe, not about a religion.</a:t>
            </a:r>
          </a:p>
          <a:p>
            <a:r>
              <a:t>   ^ read the Arabic on the face here</a:t>
            </a:r>
          </a:p>
          <a:p>
            <a:r>
              <a:t>4. The reply refuses the premise — Not the arithmetic: the earth belongs to Allah.</a:t>
            </a:r>
          </a:p>
          <a:p>
            <a:r>
              <a:t>5. "He gives it in inheritance to whom He wills" — And the outcome is for those who fear Him.</a:t>
            </a:r>
          </a:p>
          <a:p>
            <a:r>
              <a:t>6. The date — The book puts the exchange at the end of the year 10.</a:t>
            </a:r>
          </a:p>
          <a:p/>
          <a:p>
            <a:r>
              <a:t>QUOTE — من مُسَيْلَمة رسولِ اللهِ إلى محمدٍ رسولِ الله، سلامٌ عَلَيْكَ، أما بعدُ، فإني قد أُشْرِكْتُ في الأمْرِ معكَ، فإنّ لنا نِصْفَ الأمْرِ، ولقُرَيشٍ نصف الأمْرِ، ولكن قُريشًا قومٌ يَعْتدون.</a:t>
            </a:r>
          </a:p>
          <a:p>
            <a:r>
              <a:t>"From Musaylima the Messenger of Allah, to Muḥammad the Messenger of Allah. Peace be upon you. To proceed: I have been given a share in the matter with you. Half the matter is ours and half the matter is Quraysh's — but Quraysh are a people who transgress."</a:t>
            </a:r>
          </a:p>
          <a:p>
            <a:r>
              <a:t>— البدایہ والنہایہ ج۵ ص۲۴</a:t>
            </a:r>
          </a:p>
          <a:p/>
          <a:p>
            <a:r>
              <a:t>عبرت — One document divides the country between two tribes, and the other answers that the country belongs to neither of them.</a:t>
            </a:r>
          </a:p>
          <a:p/>
          <a:p>
            <a:r>
              <a:t>HANDS UP — Before telling it: *"A man writes to the Prophet ﷺ proposing terms. What do you think he asks for?"*</a:t>
            </a:r>
          </a:p>
          <a:p/>
          <a:p>
            <a:r>
              <a:t>MAP — One line from **اليمامة** to **المدینہ** and one back. Two documents side by side on the screen, nothing else.</a:t>
            </a:r>
          </a:p>
          <a:p/>
          <a:p>
            <a:r>
              <a:t>⚠ The editor footnotes a **variant wording** of the letter — «نصف **الأرض** ولقريش نصف **الأرض**»</a:t>
            </a:r>
          </a:p>
          <a:p>
            <a:r>
              <a:t>(مجموعة الوثائق السياسية ٢٠٥). **Note both; never merge them into one.**</a:t>
            </a:r>
          </a:p>
          <a:p/>
          <a:p>
            <a:r>
              <a:t>BACKGROUND (read at home, not aloud) —</a:t>
            </a:r>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WHEN, as the card gives it: آخر سنة عشر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4373⁩. Thābit b. Qays ؓ is standing beside the Prophet ﷺ here — name him, and say nothing more. He comes back at #26</a:t>
            </a:r>
          </a:p>
          <a:p/>
          <a:p>
            <a:r>
              <a:t>SAY —</a:t>
            </a:r>
          </a:p>
          <a:p>
            <a:r>
              <a:t>1. He came to Medina himself — While the Prophet ﷺ was alive, with a large number of his own people.</a:t>
            </a:r>
          </a:p>
          <a:p>
            <a:r>
              <a:t>2. What he kept saying — Make the succession mine, and I will follow you.</a:t>
            </a:r>
          </a:p>
          <a:p>
            <a:r>
              <a:t>3. The Prophet ﷺ came out to him — With Thābit b. Qays b. Shammās ؓ beside him.</a:t>
            </a:r>
          </a:p>
          <a:p>
            <a:r>
              <a:t>4. There was a piece of palm-branch in his hand — And what he said to him was about that piece.</a:t>
            </a:r>
          </a:p>
          <a:p>
            <a:r>
              <a:t>5. "If you asked me for this, I would not give it to you" — The claim was refused while it was still a request.</a:t>
            </a:r>
          </a:p>
          <a:p>
            <a:r>
              <a:t>   ^ read the Arabic on the face here</a:t>
            </a:r>
          </a:p>
          <a:p>
            <a:r>
              <a:t>6. Remember the man standing beside him — Thābit b. Qays ؓ. The room will meet him again.</a:t>
            </a:r>
          </a:p>
          <a:p/>
          <a:p>
            <a:r>
              <a:t>QUOTE — لو سألتني هذه القطعة ما أعطيتكها، ولن تعدوَ أمرَ اللهِ فيك، ولئن أدبرتَ ليعقرنَّك اللهُ</a:t>
            </a:r>
          </a:p>
          <a:p>
            <a:r>
              <a:t>"If you asked me for this piece, I would not give it to you. You will not pass beyond Allah's decree concerning you. And if you turn away, Allah will surely destroy you."</a:t>
            </a:r>
          </a:p>
          <a:p>
            <a:r>
              <a:t>— البدایہ والنہایہ ج۵ ص۲۱ — **صحيح البخاري ٤٣٧٣**, via ابن عباس ؓ</a:t>
            </a:r>
          </a:p>
          <a:p/>
          <a:p>
            <a:r>
              <a:t>عبرت — The claim was refused while it was still only a request, years before it had to be fought.</a:t>
            </a:r>
          </a:p>
          <a:p/>
          <a:p>
            <a:r>
              <a:t>BACKGROUND (read at home, not aloud) —</a:t>
            </a:r>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**Cross-reference:** the Companion standing beside the Prophet ﷺ in this scene, **ثابت بن قيس بن</a:t>
            </a:r>
          </a:p>
          <a:p>
            <a:r>
              <a:t>شماس ؓ**, is the man killed carrying the banner of the Anṣār at اليمامة against this same claimant</a:t>
            </a:r>
          </a:p>
          <a:p>
            <a:r>
              <a:t>(ج۷ ص۳۳–۳۴) — carded in `ridda-campaign-the-conduct-of-the-wars.md`. If both cards are used, put</a:t>
            </a:r>
          </a:p>
          <a:p>
            <a:r>
              <a:t>this one first and let the room make the connection.</a:t>
            </a:r>
          </a:p>
          <a:p/>
          <a:p>
            <a:r>
              <a:t>WHEN, as the card gives it: in the Prophet's ﷺ lifetime — صحيح البخاري 4373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Rabīʿa and Muḍar. The most efficient sentence in the strand</a:t>
            </a:r>
          </a:p>
          <a:p/>
          <a:p>
            <a:r>
              <a:t>SAY —</a:t>
            </a:r>
          </a:p>
          <a:p>
            <a:r>
              <a:t>1. A bedouin speaks to Musaylima's face — And tells him what he actually thinks of the claim.</a:t>
            </a:r>
          </a:p>
          <a:p>
            <a:r>
              <a:t>2. "I bear witness that you are a liar" — And that Muḥammad ﷺ is truthful.</a:t>
            </a:r>
          </a:p>
          <a:p>
            <a:r>
              <a:t>3. And then the rest of it — But a liar of Rabīʿa is dearer to us than a truthful man of Muḍar.</a:t>
            </a:r>
          </a:p>
          <a:p>
            <a:r>
              <a:t>   ^ read the Arabic on the face here</a:t>
            </a:r>
          </a:p>
          <a:p>
            <a:r>
              <a:t>4. Both trunks are northern Arabs — Banū Ḥanīfa of Rabīʿa, Quraysh of Muḍar, and both of ʿAdnān.</a:t>
            </a:r>
          </a:p>
          <a:p>
            <a:r>
              <a:t>5. He followed him anyway — Knowing, by his own words, that he was following a liar.</a:t>
            </a:r>
          </a:p>
          <a:p/>
          <a:p>
            <a:r>
              <a:t>QUOTE — فقال أشهد أنَّك كذّابٌ وأن محمدًا صادقٌ، ولكن كذّابَ رَبيعة أحبُّ إلينا من صادقِ مُضَر</a:t>
            </a:r>
          </a:p>
          <a:p>
            <a:r>
              <a:t>"He said: I bear witness that you are a liar and that Muḥammad is truthful — but a liar of Rabīʿa is dearer to us than a truthful man of Muḍar."</a:t>
            </a:r>
          </a:p>
          <a:p>
            <a:r>
              <a:t>— البدایہ والنہایہ ج۷ ص۳۷</a:t>
            </a:r>
          </a:p>
          <a:p/>
          <a:p>
            <a:r>
              <a:t>عبرت — A man can know which of two claims is true and still act on which of two families is his.</a:t>
            </a:r>
          </a:p>
          <a:p/>
          <a:p>
            <a:r>
              <a:t>MAP — not a map — two trunk names on the screen, **رَبيعة** and **مُضَر**, with the fork shown one level below **عدنان**, so the room can see that both sides of this sentence are northern Arabs.</a:t>
            </a:r>
          </a:p>
          <a:p/>
          <a:p>
            <a:r>
              <a:t>BACKGROUND (read at home, not aloud) —</a:t>
            </a:r>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**Note:** the clause that follows on the page carries Ibn Kathīr's own imprecation against the man;</a:t>
            </a:r>
          </a:p>
          <a:p>
            <a:r>
              <a:t>the quotation stands complete without it. This is the most efficient sentence in the whole strand —</a:t>
            </a:r>
          </a:p>
          <a:p>
            <a:r>
              <a:t>the tribal principle stated by a man who admits the religious claim is false.</a:t>
            </a:r>
          </a:p>
          <a:p/>
          <a:p>
            <a:r>
              <a:t>WHEN, as the card gives it: 11 AH–12 AH,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tools/mapstudio/scenes/s04-01-sajah.json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she is Taghlibī, not Tamīmī. She deals with Mālik b. Nuwayra ؓ here — that is what #8 picks up</a:t>
            </a:r>
          </a:p>
          <a:p/>
          <a:p>
            <a:r>
              <a:t>SAY —</a:t>
            </a:r>
          </a:p>
          <a:p>
            <a:r>
              <a:t>1. She comes down from al-Jazīra — With troops of her own people and whoever had joined them.</a:t>
            </a:r>
          </a:p>
          <a:p>
            <a:r>
              <a:t>2. She had claimed prophethood — And, the book says, they had resolved on making war on Abū Bakr ؓ.</a:t>
            </a:r>
          </a:p>
          <a:p>
            <a:r>
              <a:t>3. Who she actually was — Of Taghlib, and of the Christians of the Arabs.</a:t>
            </a:r>
          </a:p>
          <a:p>
            <a:r>
              <a:t>   ^ read the Arabic on the face here</a:t>
            </a:r>
          </a:p>
          <a:p>
            <a:r>
              <a:t>4. Not of Tamīm — Tamīm is only the tribe she gathered on the way.</a:t>
            </a:r>
          </a:p>
          <a:p>
            <a:r>
              <a:t>5. Most of Tamīm answered her — Including Mālik b. Nuwayra ؓ, ʿUṭārid b. Ḥājib and a number of chiefs.</a:t>
            </a:r>
          </a:p>
          <a:p>
            <a:r>
              <a:t>6. Others held back — The tribe split, as tribes did all through this war.</a:t>
            </a:r>
          </a:p>
          <a:p/>
          <a:p>
            <a:r>
              <a:t>QUOTE — إذ أقبلت سجاح بنتُ الحارث بن سويد بن عقفان التغلبية من الجزيرة، وهي من نصارى العرب، وقد ادَّعتِ النبوَّة</a:t>
            </a:r>
          </a:p>
          <a:p>
            <a:r>
              <a:t>"…when Sajāḥ bint al-Ḥārith b. Suwayd b. ʿAqfān al-Taghlibiyya came forward from al-Jazīra — and she was of the Christians of the Arabs — having claimed prophethood."</a:t>
            </a:r>
          </a:p>
          <a:p>
            <a:r>
              <a:t>— البدایہ والنہایہ ج۷ ص۲۸</a:t>
            </a:r>
          </a:p>
          <a:p/>
          <a:p>
            <a:r>
              <a:t>عبرت — The tribe that supplied her following was not the tribe she came from, and the book is careful to say so.</a:t>
            </a:r>
          </a:p>
          <a:p/>
          <a:p>
            <a:r>
              <a:t>MAP — An arrow from **الجزيرة** in the far north, down into نجد, on to **اليمامة**, and then back north again. **It never reaches Medina.**</a:t>
            </a:r>
          </a:p>
          <a:p/>
          <a:p>
            <a:r>
              <a:t>**Also on the page** — a verse said about it by ʿUṭārid b. Ḥājib, one of the men who had answered</a:t>
            </a:r>
          </a:p>
          <a:p>
            <a:r>
              <a:t>her: «**أمستْ نَبيَّتُنا أُنثَى نُطيفُ بها … وأصبحَتْ أنبياءُ النَّاس ذُكرانا**» — *"our prophetess has</a:t>
            </a:r>
          </a:p>
          <a:p>
            <a:r>
              <a:t>become a woman we circle around, while the prophets of other people are men."*</a:t>
            </a:r>
          </a:p>
          <a:p>
            <a:r>
              <a:t>⚠ **Correction recorded, because two existing artifacts have it wrong:** she is **Taghlibī**, not</a:t>
            </a:r>
          </a:p>
          <a:p>
            <a:r>
              <a:t>Tamīmī. It is **مالك بن نويرة ؓ** who is التميمي اليربوعي (§6.2 item 3).</a:t>
            </a:r>
          </a:p>
          <a:p>
            <a:r>
              <a:t>⚠ **مالك بن نويرة ؓ is named here only as one of the men who answered her call, which is what the</a:t>
            </a:r>
          </a:p>
          <a:p>
            <a:r>
              <a:t>page says.** What happened to him afterwards at **البُطاح** is مشاجرات-adjacent, is carded separately</a:t>
            </a:r>
          </a:p>
          <a:p>
            <a:r>
              <a:t>in `ridda-campaign-the-conduct-of-the-wars.md` under **⚠ SPEAKER'S DISCRETION**, and must not be</a:t>
            </a:r>
          </a:p>
          <a:p>
            <a:r>
              <a:t>opened from this card.</a:t>
            </a:r>
          </a:p>
          <a:p/>
          <a:p>
            <a:r>
              <a:t>BACKGROUND (read at home, not aloud) —</a:t>
            </a:r>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narrative at ⁨ج7 ص29⁩–30 is obscene and must not be read, paraphrased or alluded to. Say "the price he paid", not "dowry". End on her Islam in ʿUmar's ؓ days. Prepared answer: QABANK.md §6.10</a:t>
            </a:r>
          </a:p>
          <a:p/>
          <a:p>
            <a:r>
              <a:t>SAY —</a:t>
            </a:r>
          </a:p>
          <a:p>
            <a:r>
              <a:t>1. The two claimants meet at al-Yamāma — The northern claim and the Yamāma claim, in one place.</a:t>
            </a:r>
          </a:p>
          <a:p>
            <a:r>
              <a:t>2. He bought her off — She took half the kharāj of his land.</a:t>
            </a:r>
          </a:p>
          <a:p>
            <a:r>
              <a:t>   ^ read the Arabic on the face here</a:t>
            </a:r>
          </a:p>
          <a:p>
            <a:r>
              <a:t>3. The price he paid — The remission of two of the five prayers: the dawn and the night prayer.</a:t>
            </a:r>
          </a:p>
          <a:p>
            <a:r>
              <a:t>4. What that tells you — That is what one claim to prophethood was worth to the other.</a:t>
            </a:r>
          </a:p>
          <a:p>
            <a:r>
              <a:t>5. She went home — Back north to al-Jazīra, and stayed among Banū Taghlib for many years.</a:t>
            </a:r>
          </a:p>
          <a:p>
            <a:r>
              <a:t>6. And afterwards — She became Muslim in ʿUmar's ؓ days, and her Islam was good. End the card here.</a:t>
            </a:r>
          </a:p>
          <a:p/>
          <a:p>
            <a:r>
              <a:t>QUOTE — ثم انثنت سَجَاح راجعةً إلى بلادها … فكرَّتْ راجعةً إلى الجزيرة بعدما قبضَتْ من مسيلمة نصفَ خراجِ أرضِهِ، فأقامت في قومها بني تَغْلِب، إلى زمان معاوية</a:t>
            </a:r>
          </a:p>
          <a:p>
            <a:r>
              <a:t>"Then Sajāḥ turned back to her own country … she went back to al-Jazīra after she had taken from Musaylima half the kharāj of his land, and she stayed among her people, Banū Taghlib, until the time of Muʿāwiya."</a:t>
            </a:r>
          </a:p>
          <a:p>
            <a:r>
              <a:t>— البدایہ والنہایہ ج۷ ص۳۰</a:t>
            </a:r>
          </a:p>
          <a:p/>
          <a:p>
            <a:r>
              <a:t>عبرت — A claim that could be settled for half a land-tax was priced by the man who bought it.</a:t>
            </a:r>
          </a:p>
          <a:p/>
          <a:p>
            <a:r>
              <a:t>MAP — her arrow reaches **اليمامة**, turns, and goes back north to **الجزيرة**.</a:t>
            </a:r>
          </a:p>
          <a:p/>
          <a:p>
            <a:r>
              <a:t>**And afterwards — البدایہ ج۵ ص۲۴** (https://shamela.ws/book/30097/2208), Ibn Kathīr quoting</a:t>
            </a:r>
          </a:p>
          <a:p>
            <a:r>
              <a:t>السهيلي: «**وقد أسْلَمَتْ هي أيضًا أيام عُمَرَ بن الخطاب، فحسن إسلامُها**» — *"and she too became</a:t>
            </a:r>
          </a:p>
          <a:p>
            <a:r>
              <a:t>Muslim in the days of ʿUmar b. al-Khaṭṭāb, and her Islam was good."* **End the card here**, not on</a:t>
            </a:r>
          </a:p>
          <a:p>
            <a:r>
              <a:t>the withdrawal — the note flags this as the resolution the room should be given.</a:t>
            </a:r>
          </a:p>
          <a:p>
            <a:r>
              <a:t>⚠ **The narrative of that meeting at ج۷ ص۲۹–۳۰ contains explicitly obscene material. It must not be</a:t>
            </a:r>
          </a:p>
          <a:p>
            <a:r>
              <a:t>read, paraphrased, or alluded to in the hall.** The usable fact is exactly the one clean sentence</a:t>
            </a:r>
          </a:p>
          <a:p>
            <a:r>
              <a:t>above: he bought her off, and the dowry he paid was two of the five prayers.</a:t>
            </a:r>
          </a:p>
          <a:p/>
          <a:p>
            <a:r>
              <a:t>BACKGROUND (read at home, not aloud) —</a:t>
            </a:r>
          </a:p>
          <a:p>
            <a:r>
              <a:t>The two claimants met at al-Yamāma, and he bought her off. She took half the kharāj of his land and turned back to her own country, and she stayed among her people, Banū Taghlib, until the time of Muʿāwiya ؓ.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WHEN, as the card gives it: 11 AH, at اليمامة, and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beat 1: *"Forty thousand men followed him. Do you think anybody in that country refused?"*</a:t>
            </a:r>
          </a:p>
          <a:p/>
          <a:p>
            <a:r>
              <a:t>MAP: tools/mapstudio/scenes/s04-02-al-yamama-before.json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Thumāma ؓ, of Banū Ḥanīfa itself. Answers the question the room is about to ask · [HANDS] spare</a:t>
            </a:r>
          </a:p>
          <a:p/>
          <a:p>
            <a:r>
              <a:t>SAY —</a:t>
            </a:r>
          </a:p>
          <a:p>
            <a:r>
              <a:t>1. Musaylima was not facing one army — He had a war inside his own country before Khālid ؓ set out.</a:t>
            </a:r>
          </a:p>
          <a:p>
            <a:r>
              <a:t>2. Thumāma b. Uthāl ؓ — Of Banū Ḥanīfa itself, Musaylima's own tribe, and fighting him.</a:t>
            </a:r>
          </a:p>
          <a:p>
            <a:r>
              <a:t>3. Reinforcements from Tamīm — They reached Thumāma ؓ until ʿIkrima ؓ came up to him.</a:t>
            </a:r>
          </a:p>
          <a:p>
            <a:r>
              <a:t>4. What Musaylima actually feared from Sajāḥ — Not her army: being tied up while the town was taken.</a:t>
            </a:r>
          </a:p>
          <a:p>
            <a:r>
              <a:t>5. Ḥajr, which is al-Yamāma — Thumāma ؓ, Shuraḥbīl ؓ and the tribes around them could have taken it.</a:t>
            </a:r>
          </a:p>
          <a:p>
            <a:r>
              <a:t>   ^ read the Arabic on the face here</a:t>
            </a:r>
          </a:p>
          <a:p>
            <a:r>
              <a:t>6. So the answer is on the page — Men of Banū Ḥanīfa were fighting Musaylima before Medina's army arrived.</a:t>
            </a:r>
          </a:p>
          <a:p/>
          <a:p>
            <a:r>
              <a:t>QUOTE — فَخَافَ إِنْ هُوَ شُغِلَ بِهَا أَنْ يَغْلِبَ ثُمَامَةُ وَشُرَحْبِيلُ بْنُ حَسَنَةَ وَالْقَبَائِلُ التى حَوْلَهُمْ عَلَى حَجْرٍ، وَهِيَ الْيَمَامَةُ</a:t>
            </a:r>
          </a:p>
          <a:p>
            <a:r>
              <a:t>"He feared that if he were occupied with her, Thumāma and Shuraḥbīl b. Ḥasana and the tribes around them would overcome Ḥajr — which is al-Yamāma."</a:t>
            </a:r>
          </a:p>
          <a:p>
            <a:r>
              <a:t>— الکامل فی التاریخ ج۲ ص۲۱۰</a:t>
            </a:r>
          </a:p>
          <a:p/>
          <a:p>
            <a:r>
              <a:t>عبرت — The men who held out against him were of his own tribe, and they were holding out before any help came.</a:t>
            </a:r>
          </a:p>
          <a:p/>
          <a:p>
            <a:r>
              <a:t>HANDS UP — Before beat 1: *"Forty thousand men followed him. Do you think anybody in that country refused?"*</a:t>
            </a:r>
          </a:p>
          <a:p/>
          <a:p>
            <a:r>
              <a:t>MAP — Inside the al-Yamāma country, a **second, small blue marker** beside the large red one — Thumāma ؓ and the men with him, and Shuraḥbīl ؓ on the road outside.</a:t>
            </a:r>
          </a:p>
          <a:p/>
          <a:p>
            <a:r>
              <a:t>BACKGROUND (read at home, not aloud) —</a:t>
            </a:r>
          </a:p>
          <a:p>
            <a:r>
              <a:t>Musaylima was not facing one army. Thumāma b. Uthāl al-Ḥanafī ؓ — of Banū Ḥanīfa itself, Musaylima's own tribe — had been fighting him, with reinforcements reaching him from Tamīm, until ʿIkrima b. Abī Jahl ؓ came up to him. And when Sajāḥ turned toward al-Yamāma, what Musaylima feared was not her: it was that if she tied him up, Thumāma ؓ and Shuraḥbīl b. Ḥasana ؓ and the tribes around them would take Ḥajr — which is the town of al-Yamāma — out from under him. So the question a listener is about to ask is already answered: there were Muslims of Banū Ḥanīfa fighting Musaylima before any army arrived from Medina.</a:t>
            </a:r>
          </a:p>
          <a:p/>
          <a:p>
            <a:r>
              <a:t>**Also on the page:**</a:t>
            </a:r>
          </a:p>
          <a:p/>
          <a:p>
            <a:r>
              <a:t>&gt; وَكَانَ ثُمَامَةُ بْنُ أُثَالٍ الْحَنَفِيُّ تَأْتِيهِ أَمْدَادُ تَمِيمٍ … وَكَانَ مُقَاتِلًا لِمُسَيْلِمَةَ الْكَذَّابِ، حَتَّى قَدِمَ عَلَيْهِ عِكْرِمَةُ بْنُ أَبِي جَهْلٍ</a:t>
            </a:r>
          </a:p>
          <a:p>
            <a:r>
              <a:t>&gt; — الکامل فی التاریخ ج۲ ص۲۱۰ · https://shamela.ws/book/21712/901</a:t>
            </a:r>
          </a:p>
          <a:p>
            <a:r>
              <a:t>&gt; *English:* "Thumāma b. Uthāl al-Ḥanafī used to receive reinforcements from Tamīm … and he was</a:t>
            </a:r>
          </a:p>
          <a:p>
            <a:r>
              <a:t>&gt; fighting Musaylima the liar, until ʿIkrima b. Abī Jahl came up to him."</a:t>
            </a:r>
          </a:p>
          <a:p/>
          <a:p>
            <a:r>
              <a:t>**The same page** also carries Sajāḥ's dealing with Mālik b. Nuwayra ؓ — she sent to him asking for a</a:t>
            </a:r>
          </a:p>
          <a:p>
            <a:r>
              <a:t>truce, he answered her and turned her away from marching on Abū Bakr ؓ. That is the page-cited basis</a:t>
            </a:r>
          </a:p>
          <a:p>
            <a:r>
              <a:t>for what `E-RC45` says about him. **ثمامة ؓ's own story** — the captive tied to the pillar of the</a:t>
            </a:r>
          </a:p>
          <a:p>
            <a:r>
              <a:t>mosque, and the grain of al-Yamāma — is `RCT/E-RC28`, held for a later evening. One sentence at most</a:t>
            </a:r>
          </a:p>
          <a:p>
            <a:r>
              <a:t>here.</a:t>
            </a:r>
          </a:p>
          <a:p/>
          <a:p>
            <a:r>
              <a:t>WHEN, as the card gives it: 11 AH, before Khālid ؓ arrived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left Khālid ؓ at Buzākha. His orders, tied at Dhū al-Qaṣṣa, were Ṭulayḥa first — and when he had finished, Mālik b. Nuwayra ؓ at al-Buṭāḥ, if he held out against him. Buzākha was done. So the army turns towards al-Buṭāḥ.</a:t>
            </a:r>
          </a:p>
          <a:p>
            <a:r>
              <a:t>The orders, al-Bidāya vol. 7 p. 22: «عقدَ لخالد بن الوليد وأمره بطُلَيْحة بن خُوَيْلد، فإذا فرغَ سار إلى مالك بن نُوَيْرَةَ بالبطاح إن أقام له» (https://shamela.ws/book/30097/3168).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tools/mapstudio/scenes/s04-03-buzakha-to-al-butah.json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Opens the part. Khālid ؓ comes here straight from Buzākha, where evening 2 stopped</a:t>
            </a:r>
          </a:p>
          <a:p/>
          <a:p>
            <a:r>
              <a:t>SAY —</a:t>
            </a:r>
          </a:p>
          <a:p>
            <a:r>
              <a:t>1. The orders named a third stop — al-Buṭāḥ, in the Tamīm country, was written into Khālid's ؓ instructions.</a:t>
            </a:r>
          </a:p>
          <a:p>
            <a:r>
              <a:t>2. The Anṣār refuse to march — They said they had done what they were ordered to do, and their part was finished.</a:t>
            </a:r>
          </a:p>
          <a:p>
            <a:r>
              <a:t>3. "I am the commander" — No letter had come; the reports came to him; the decision was his to take.</a:t>
            </a:r>
          </a:p>
          <a:p>
            <a:r>
              <a:t>4. And he would not compel them — He told them plainly he would not force any man onto the road.</a:t>
            </a:r>
          </a:p>
          <a:p>
            <a:r>
              <a:t>   ^ read the Arabic on the face here</a:t>
            </a:r>
          </a:p>
          <a:p>
            <a:r>
              <a:t>5. He marched without them — Two days later their messenger caught him and asked him to wait.</a:t>
            </a:r>
          </a:p>
          <a:p/>
          <a:p>
            <a:r>
              <a:t>QUOTE — قَدْ عَهِدَ إِلَيَّ أَنْ أَمْضِيَ، وَأَنَا الْأَمِيرُ … فَأَنَا قَاصِدٌ إِلَى مَالِكٍ وَمَنْ مَعِي، وَلَسْتُ أُكْرِهُهُمْ.</a:t>
            </a:r>
          </a:p>
          <a:p>
            <a:r>
              <a:t>"He instructed me to go on, and I am the commander … So I am making for Mālik, with whoever is with me — and I do not compel them."</a:t>
            </a:r>
          </a:p>
          <a:p>
            <a:r>
              <a:t>— الکامل فی التاریخ ج۲ ص۲۱۲</a:t>
            </a:r>
          </a:p>
          <a:p/>
          <a:p>
            <a:r>
              <a:t>عبرت — A commander who could not be argued out of a decision also would not force a single man to share it.</a:t>
            </a:r>
          </a:p>
          <a:p/>
          <a:p>
            <a:r>
              <a:t>MAP — Khālid's ؓ arrow continues from بُزاخة south-east to **البُطاح**, in the Tamīm country. Draw the Anṣār contingent detached from it for two days, then rejoining.</a:t>
            </a:r>
          </a:p>
          <a:p/>
          <a:p>
            <a:r>
              <a:t>BACKGROUND (read at home, not aloud) —</a:t>
            </a:r>
          </a:p>
          <a:p>
            <a:r>
              <a:t>Khālid's ؓ written orders had named al-Buṭāḥ as his third stop. The Anṣār with him refused to march: they said they had already done what the Ṣiddīq ؓ ordered them to do, and their part was finished. Khālid ؓ did not argue it as a point of obedience. He said this was a thing that had to be done and an opening that had to be taken; that no letter had come to him about it; that he was the commander and the reports came to him; that he would not force any man onto the road — and that he was going to al-Buṭāḥ. He marched. Two days out, their messenger caught him and asked him to wait, and they rejoined him.</a:t>
            </a:r>
          </a:p>
          <a:p/>
          <a:p>
            <a:r>
              <a:t>**Also on the page:**</a:t>
            </a:r>
          </a:p>
          <a:p/>
          <a:p>
            <a:r>
              <a:t>&gt; فقال لهم خالد: إن هذا أمرٌ لا بدَّ من فعله، وفرصةٌ لابدَّ من انتهازها، وإنه لم يأتني فيها كتابٌ، وأنا الأمير وإليّ تردُ الأخبارُ، ولست بالذي أجبركم على المسير، وأنا قاصدٌ البطاحَ</a:t>
            </a:r>
          </a:p>
          <a:p>
            <a:r>
              <a:t>&gt; — البدایہ والنہایہ ج۷ ص۳۰ · https://shamela.ws/book/30097/3176</a:t>
            </a:r>
          </a:p>
          <a:p>
            <a:r>
              <a:t>&gt; *English:* "Khālid said to them: This is a thing that must be done and an opening that must be</a:t>
            </a:r>
          </a:p>
          <a:p>
            <a:r>
              <a:t>&gt; taken, and no letter has come to me about it. I am the commander and the reports come to me. I am</a:t>
            </a:r>
          </a:p>
          <a:p>
            <a:r>
              <a:t>&gt; not the man to force you onto the road — and I am making for al-Buṭāḥ."</a:t>
            </a:r>
          </a:p>
          <a:p/>
          <a:p>
            <a:r>
              <a:t>&gt; فسارَ يومين ثم لحقَهُ رسول الأنصار يطلبون منه الانتظار، فلحقوا به</a:t>
            </a:r>
          </a:p>
          <a:p>
            <a:r>
              <a:t>&gt; — البدایہ والنہایہ ج۷ ص۳۰ · https://shamela.ws/book/30097/3176</a:t>
            </a:r>
          </a:p>
          <a:p>
            <a:r>
              <a:t>&gt; *English:* "He marched two days, and then the messenger of the Anṣār caught him asking him to wait;</a:t>
            </a:r>
          </a:p>
          <a:p>
            <a:r>
              <a:t>&gt; and they rejoined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in one breath (#28). Honorific ؓ throughout. Sajāḥ is already known from #4</a:t>
            </a:r>
          </a:p>
          <a:p/>
          <a:p>
            <a:r>
              <a:t>SAY —</a:t>
            </a:r>
          </a:p>
          <a:p>
            <a:r>
              <a:t>1. Who he was — A chief of Banū Yarbūʿ of Tamīm, at a place called al-Buṭāḥ.</a:t>
            </a:r>
          </a:p>
          <a:p>
            <a:r>
              <a:t>2. He had made terms with Sajāḥ — When she came into the Tamīm country, he had dealt with her.</a:t>
            </a:r>
          </a:p>
          <a:p>
            <a:r>
              <a:t>3. And then regretted it — When she attached herself to Musaylima and went back north, he regretted it.</a:t>
            </a:r>
          </a:p>
          <a:p>
            <a:r>
              <a:t>4. The patrols go out — Khālid ؓ spread his patrols through al-Buṭāḥ, calling people in.</a:t>
            </a:r>
          </a:p>
          <a:p>
            <a:r>
              <a:t>5. The chiefs of Tamīm come in and pay — Every one of them, with hearing and obedience.</a:t>
            </a:r>
          </a:p>
          <a:p>
            <a:r>
              <a:t>6. Except one — Mālik ؓ stayed where he was, perplexed, keeping apart from people.</a:t>
            </a:r>
          </a:p>
          <a:p>
            <a:r>
              <a:t>   ^ read the Arabic on the face here</a:t>
            </a:r>
          </a:p>
          <a:p/>
          <a:p>
            <a:r>
              <a:t>QUOTE — إلَّا ما كانَ من مالك بن نويرة فإنّه متحيرٌ في أمره، مُتَنحٍّ عن الناس</a:t>
            </a:r>
          </a:p>
          <a:p>
            <a:r>
              <a:t>"— except for what was from Mālik b. Nuwayra, for he was perplexed about his own affair, keeping apart from the people."</a:t>
            </a:r>
          </a:p>
          <a:p>
            <a:r>
              <a:t>— البدایہ والنہایہ ج۷ ص۳۰</a:t>
            </a:r>
          </a:p>
          <a:p/>
          <a:p>
            <a:r>
              <a:t>عبرت — The men who came in and paid are a line in a book; the one who could not decide is the whole chapter.</a:t>
            </a:r>
          </a:p>
          <a:p/>
          <a:p>
            <a:r>
              <a:t>MAP — Hold still on البُطاح. One dot for the camp of Banū Yarbūʿ, and the Tamīm chiefs' arrows coming in to Khālid ؓ from every side except that one.</a:t>
            </a:r>
          </a:p>
          <a:p/>
          <a:p>
            <a:r>
              <a:t>BACKGROUND (read at home, not aloud) —</a:t>
            </a:r>
          </a:p>
          <a:p>
            <a:r>
              <a:t>Mālik b. Nuwayra ؓ of Banū Yarbūʿ of Tamīm had made terms with Sajāḥ when she came into the Tamīm country. When she attached herself to Musaylima and then went back north, he regretted what he had done and could not settle on what to do next. He was camped at a place called al-Buṭāḥ. Khālid ؓ spread his patrols through al-Buṭāḥ calling people in, and the chiefs of Banū Tamīm came to him with hearing and obedience and paid their zakāt — every one of them except Mālik ؓ, who stayed where he was, perplexed about his own affair and keeping away from people.</a:t>
            </a:r>
          </a:p>
          <a:p/>
          <a:p>
            <a:r>
              <a:t>**Also on the page:** الکامل ج۲ ص۲۱۲ says the same of him in three words — «قَدْ تَرَدَّدَ عَلَيْهِ</a:t>
            </a:r>
          </a:p>
          <a:p>
            <a:r>
              <a:t>أَمْرُهُ», his affair had gone back and forth on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His own last recorded counsel. State it; build nothing on it</a:t>
            </a:r>
          </a:p>
          <a:p/>
          <a:p>
            <a:r>
              <a:t>SAY —</a:t>
            </a:r>
          </a:p>
          <a:p>
            <a:r>
              <a:t>1. He gathers Banū Yarbūʿ — Before the patrols came, he told his own tribe what he had concluded.</a:t>
            </a:r>
          </a:p>
          <a:p>
            <a:r>
              <a:t>2. "We were slow, and we did not prosper" — They had been called to this matter and had hung back.</a:t>
            </a:r>
          </a:p>
          <a:p>
            <a:r>
              <a:t>3. What he had looked into — He could see the affair coming to Medina's people without contrivance.</a:t>
            </a:r>
          </a:p>
          <a:p>
            <a:r>
              <a:t>4. His counsel — Do not oppose a people for whom things are being made.</a:t>
            </a:r>
          </a:p>
          <a:p>
            <a:r>
              <a:t>5. "Disperse, and enter into this matter" — His last recorded word to his tribe was: submit.</a:t>
            </a:r>
          </a:p>
          <a:p>
            <a:r>
              <a:t>   ^ read the Arabic on the face here</a:t>
            </a:r>
          </a:p>
          <a:p>
            <a:r>
              <a:t>6. And then he was killed — Say it plainly, and build nothing on it.</a:t>
            </a:r>
          </a:p>
          <a:p/>
          <a:p>
            <a:r>
              <a:t>QUOTE — 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a:p>
            <a:r>
              <a:t>"Banū Yarbūʿ — we were called to this matter and we were slow to it and did not prosper. I have looked into it and I see the affair coming to them without contrivance … so beware of opposing a people for whom things are being made. Disperse, and enter into this matter."</a:t>
            </a:r>
          </a:p>
          <a:p>
            <a:r>
              <a:t>— الکامل فی التاریخ ج۲ ص۲۱۲–۲۱۳</a:t>
            </a:r>
          </a:p>
          <a:p/>
          <a:p>
            <a:r>
              <a:t>عبرت — The last thing he is recorded saying to his own tribe was: submit.</a:t>
            </a:r>
          </a:p>
          <a:p/>
          <a:p>
            <a:r>
              <a:t>MAP — No movement. Hold on البُطاح.</a:t>
            </a:r>
          </a:p>
          <a:p/>
          <a:p>
            <a:r>
              <a:t>BACKGROUND (read at home, not aloud) —</a:t>
            </a:r>
          </a:p>
          <a:p>
            <a:r>
              <a:t>Before any of it, Mālik ؓ had gathered Banū Yarbūʿ and told them what he had concluded. They had been called to this matter, he said, and they had been slow to it, and they had not prospered. He had looked into it, and he could see the affair coming to the people of Medina without contrivance. So: do not set yourselves against a people for whom things are being made. Disperse, and enter into this matter. **He told his own tribe to submit — and then he was killed.** That is on the page in al-Kāmil, and it is the single fact that makes the matter painful. State it, and build nothing on it.</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Give Abū Qatāda's ؓ notice in one breath before the testimony — ⁨فارس رسول الله ﷺ⁩. [HANDS] 2 — ask it before you click to this slide: its face shows both testimonies</a:t>
            </a:r>
          </a:p>
          <a:p/>
          <a:p>
            <a:r>
              <a:t>SAY —</a:t>
            </a:r>
          </a:p>
          <a:p>
            <a:r>
              <a:t>1. The patrols take him — Mālik ؓ was taken prisoner, and his companions with him.</a:t>
            </a:r>
          </a:p>
          <a:p>
            <a:r>
              <a:t>2. And then the patrol fell out — Over what it had just seen with its own eyes.</a:t>
            </a:r>
          </a:p>
          <a:p>
            <a:r>
              <a:t>3. Who Abū Qatāda ؓ was — al-Ḥārith b. Ribʿī of the Anṣār, at Uḥud and al-Ḥudaybiya; the books title him the Prophet's ﷺ horseman.</a:t>
            </a:r>
          </a:p>
          <a:p>
            <a:r>
              <a:t>4. He testified — That the men had established the prayer.</a:t>
            </a:r>
          </a:p>
          <a:p>
            <a:r>
              <a:t>5. Others in the same patrol denied it — They said they neither gave the adhān nor prayed.</a:t>
            </a:r>
          </a:p>
          <a:p>
            <a:r>
              <a:t>   ^ read the Arabic on the face here</a:t>
            </a:r>
          </a:p>
          <a:p>
            <a:r>
              <a:t>6. Where the disagreement sits — Not between later historians, but between the men who were there.</a:t>
            </a:r>
          </a:p>
          <a:p/>
          <a:p>
            <a:r>
              <a:t>QUOTE — واختلفت السريةُ فيهم، فشهد أبو قتادة - الحارث بن ربعي الأنصاري - أنهم أقاموا الصلاةَ، وقال آخرون: إنهم لم يُؤَذّنوا ولا صَلّوا</a:t>
            </a:r>
          </a:p>
          <a:p>
            <a:r>
              <a:t>"The patrol disagreed about them: Abū Qatāda al-Anṣārī — al-Ḥārith b. Ribʿī — testified that they had established the prayer, and others said they had neither given the adhān nor prayed."</a:t>
            </a:r>
          </a:p>
          <a:p>
            <a:r>
              <a:t>— البدایہ والنہایہ ج۷ ص۳۰</a:t>
            </a:r>
          </a:p>
          <a:p/>
          <a:p>
            <a:r>
              <a:t>عبرت — Two men can stand in the same place at the same hour and carry away two different nights.</a:t>
            </a:r>
          </a:p>
          <a:p/>
          <a:p>
            <a:r>
              <a:t>HANDS UP — Before the answer: *"Two men from the same patrol. Do you think they told the same story?"*</a:t>
            </a:r>
          </a:p>
          <a:p/>
          <a:p>
            <a:r>
              <a:t>MAP — No movement. One arrow in, and the prisoners brought back to Khālid's ؓ camp.</a:t>
            </a:r>
          </a:p>
          <a:p/>
          <a:p>
            <a:r>
              <a:t>BACKGROUND (read at home, not aloud) —</a:t>
            </a:r>
          </a:p>
          <a:p>
            <a:r>
              <a:t>The patrols came on Mālik ؓ and took him prisoner, and his companions with him. Then the patrol itself fell out over what it had seen. Abū Qatāda al-Anṣārī ؓ — al-Ḥārith b. Ribʿī, whom al-Dhahabī's notice titles the Prophet's ﷺ horseman, and who was at Uḥud and al-Ḥudaybiya — testified that the men had established the prayer. Others in the same patrol said they had neither given the adhān nor prayed. The disagreement is not between later historians. It is between the men who were standing there.</a:t>
            </a:r>
          </a:p>
          <a:p/>
          <a:p>
            <a:r>
              <a:t>**His تراجم notice, for the one breath:**</a:t>
            </a:r>
          </a:p>
          <a:p/>
          <a:p>
            <a:r>
              <a:t>&gt; ٨٧ - أَبُو قَتَادَةَ الأَنْصَارِيُّ السُّلَمِيُّ الحَارِثُ بنُ رِبْعِيٍّ … فَارِسُ رَسُوْلِ اللهِ -صَلَّى اللَّهُ عَلَيْهِ وَسَلَّمَ- شَهِدَ أُحُداً وَالحُدَيْبِيَةَ، وَلَهُ عِدَّةُ أَحَادِيْثَ.</a:t>
            </a:r>
          </a:p>
          <a:p>
            <a:r>
              <a:t>&gt; — سیر أعلام النبلاء ج۲ ص۴۴۹ · https://shamela.ws/book/10906/2429</a:t>
            </a:r>
          </a:p>
          <a:p>
            <a:r>
              <a:t>&gt; *English:* "Abū Qatāda al-Anṣārī al-Sulamī, al-Ḥārith b. Ribʿī … the Prophet's ﷺ horseman. He</a:t>
            </a:r>
          </a:p>
          <a:p>
            <a:r>
              <a:t>&gt; witnessed Uḥud and al-Ḥudaybiya, and a number of ḥadīth are from him."</a:t>
            </a:r>
          </a:p>
          <a:p/>
          <a:p>
            <a:r>
              <a:t>**Why it matters:** the man the rest of the patrol contradicted is not an unknown in the ranks. Give</a:t>
            </a:r>
          </a:p>
          <a:p>
            <a:r>
              <a:t>the notice in one breath before the testimony and the weight of the disagreement lands.</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centre of the part. Lay the accounts side by side and stop. Do not use the cooking-pot detail</a:t>
            </a:r>
          </a:p>
          <a:p/>
          <a:p>
            <a:r>
              <a:t>SAY —</a:t>
            </a:r>
          </a:p>
          <a:p>
            <a:r>
              <a:t>1. Here the books stop agreeing — What happened that night is told four different ways.</a:t>
            </a:r>
          </a:p>
          <a:p>
            <a:r>
              <a:t>2. The cold night, and the crier — Two words called through the camp which, on their face, mean warm your prisoners.</a:t>
            </a:r>
          </a:p>
          <a:p>
            <a:r>
              <a:t>3. Taken for an order to kill — The men killed them, Mālik ؓ among them.</a:t>
            </a:r>
          </a:p>
          <a:p>
            <a:r>
              <a:t>4. Ibn al-Athīr's explanation — In the dialect of Kināna that phrase means killing; only warmth was meant.</a:t>
            </a:r>
          </a:p>
          <a:p>
            <a:r>
              <a:t>5. The second version — Khālid ؓ summoned him, reproached him over Sajāḥ and the zakāt, and it ended in an order to strike.</a:t>
            </a:r>
          </a:p>
          <a:p>
            <a:r>
              <a:t>6. The Siyar's two — Including al-Zuhrī's: the men had laid down their arms, and the patrol split over whether quarter had been given.</a:t>
            </a:r>
          </a:p>
          <a:p>
            <a:r>
              <a:t>7. What we say — The books do not agree, and where they do not agree we record and we stop.</a:t>
            </a:r>
          </a:p>
          <a:p/>
          <a:p>
            <a:r>
              <a:t>QUOTE — وَهِيَ فِي لُغَةِ كِنَانَةَ الْقَتْلُ، فَظَنَّ الْقَوْمُ أَنَّهُ أَرَادَ الْقَتْلَ، وَلَمْ يُرِدْ إِلَّا الدِّفْءَ</a:t>
            </a:r>
          </a:p>
          <a:p>
            <a:r>
              <a:t>"— and in the dialect of Kināna that word means killing. So the people supposed he meant killing, and he had meant nothing but warmth."</a:t>
            </a:r>
          </a:p>
          <a:p>
            <a:r>
              <a:t>— الکامل فی التاریخ ج۲ ص۲۱۳</a:t>
            </a:r>
          </a:p>
          <a:p/>
          <a:p>
            <a:r>
              <a:t>عبرت — Where four books tell one night four ways, the honest thing is to say so and stop.</a:t>
            </a:r>
          </a:p>
          <a:p/>
          <a:p>
            <a:r>
              <a:t>⚠ and take no questions on it from the floor.</a:t>
            </a:r>
          </a:p>
          <a:p/>
          <a:p>
            <a:r>
              <a:t>MAP — No movement. Hold on البُطاح and let the screen stay still while this is told.</a:t>
            </a:r>
          </a:p>
          <a:p/>
          <a:p>
            <a:r>
              <a:t>&gt; ⚠ **HOW TO DELIVER.** Show the disagreement, not a verdict. What is **not** in dispute, in all four</a:t>
            </a:r>
          </a:p>
          <a:p>
            <a:r>
              <a:t>&gt; books: the Anṣār refused and then followed; Mālik ؓ was undecided; the patrol was divided; Abū Qatāda ؓ</a:t>
            </a:r>
          </a:p>
          <a:p>
            <a:r>
              <a:t>&gt; testified they had prayed; they were killed; Ḍirār killed Mālik ؓ; Khālid ؓ married the widow; ʿUmar ؓ</a:t>
            </a:r>
          </a:p>
          <a:p>
            <a:r>
              <a:t>&gt; demanded his removal; Abū Bakr ؓ paid the blood-money and kept him in command. **Disputed: how they</a:t>
            </a:r>
          </a:p>
          <a:p>
            <a:r>
              <a:t>&gt; died.** Say: *"The books do not agree, and where they do not agree we record and we stop."*</a:t>
            </a:r>
          </a:p>
          <a:p>
            <a:r>
              <a:t>&gt; **Do not use the cooking-pot detail** (البدایہ ج۷ ص۳۱) — it is graphic, it adds nothing the room</a:t>
            </a:r>
          </a:p>
          <a:p>
            <a:r>
              <a:t>&gt; needs, and it is exactly the kind of detail that turns an evening. **Do not adjudicate.** Defer</a:t>
            </a:r>
          </a:p>
          <a:p>
            <a:r>
              <a:t>&gt; everything else to the session that handles the مشاجرات with اصول.</a:t>
            </a:r>
          </a:p>
          <a:p/>
          <a:p>
            <a:r>
              <a:t>BACKGROUND (read at home, not aloud) —</a:t>
            </a:r>
          </a:p>
          <a:p>
            <a:r>
              <a:t>What happened that night is the part the books do not agree on, and the honest thing is to lay the accounts side by side and stop there. Ibn Kathīr's first version: the prisoners were held through a bitterly cold night, and Khālid's ؓ crier called out two words which, on their face, mean warm your prisoners. The men took it for an order to kill, and killed them; Ḍirār b. al-Azwar killed Mālik ؓ. Khālid ؓ came out when he heard the noise, and it was already done. Ibn al-Athīr gives the same words with an explanation attached: in the dialect of Kināna that phrase means killing, so the men understood killing, and nothing but warmth had been meant. Ibn Kathīr then gives a second version — «ويقال» — in which Khālid ؓ summoned him and reproached him over Sajāḥ and over the zakāt, and the exchange ended in an order to strike. The Siyar carries two more, one of them al-Zuhrī's, in which the men had already laid down their arms and Abū Qatāda ؓ told Khālid ؓ they had been given quarter, and the rest of the patrol told him they had not. Four accounts, and we do not choose between them.</a:t>
            </a:r>
          </a:p>
          <a:p/>
          <a:p>
            <a:r>
              <a:t>**Also on the page:**</a:t>
            </a:r>
          </a:p>
          <a:p/>
          <a:p>
            <a:r>
              <a:t>&gt; فيقال: إن الأسارى باتوا في كبولهم في ليلة شديدةِ البردِ، فنادى منادي خالدٍ: أن أدفئوا أسراكم، فظنَّ القوم أنّه أراد القتلَ، فقتلوهم، وقتل ضرارُ بن الأزور مالكَ بن نُوَيْرة</a:t>
            </a:r>
          </a:p>
          <a:p>
            <a:r>
              <a:t>&gt; — البدایہ والنہایہ ج۷ ص۳۰ · https://shamela.ws/book/30097/3176</a:t>
            </a:r>
          </a:p>
          <a:p>
            <a:r>
              <a:t>&gt; *English:* "It is said that the prisoners passed the night in their irons on a bitterly cold night,</a:t>
            </a:r>
          </a:p>
          <a:p>
            <a:r>
              <a:t>&gt; and Khālid's crier called out: warm your prisoners! And the people supposed he meant killing, and</a:t>
            </a:r>
          </a:p>
          <a:p>
            <a:r>
              <a:t>&gt; killed them; and Ḍirār b. al-Azwar killed Mālik b. Nuwayra."</a:t>
            </a:r>
          </a:p>
          <a:p/>
          <a:p>
            <a:r>
              <a:t>&gt; ويقال: بل استدعى خالدٌ مالكَ بن نويرة، فأنّبه على ما صدر منه من متابعة سَجَاح، وعلى منعِه الزكاة وقال: ألم تعلمْ أنها قرينةُ الصلاة؟ فقال مالكٌ: إن صاحبَكم كان يزعمُ ذلك</a:t>
            </a:r>
          </a:p>
          <a:p>
            <a:r>
              <a:t>&gt; — البدایہ والنہایہ ج۷ ص۳۰ · https://shamela.ws/book/30097/3176</a:t>
            </a:r>
          </a:p>
          <a:p>
            <a:r>
              <a:t>&gt; *English:* "And it is said: rather Khālid summoned Mālik b. Nuwayra and reproached him for what he</a:t>
            </a:r>
          </a:p>
          <a:p>
            <a:r>
              <a:t>&gt; had done in following Sajāḥ and for withholding the zakāt, and said: did you not know that it is the</a:t>
            </a:r>
          </a:p>
          <a:p>
            <a:r>
              <a:t>&gt; companion of the prayer? Mālik said: your companion used to claim that."</a:t>
            </a:r>
          </a:p>
          <a:p/>
          <a:p>
            <a:r>
              <a:t>The reply, and the order to strike, are overleaf at البدایہ ج۷ ص۳۱ — *"Is he our companion and not</a:t>
            </a:r>
          </a:p>
          <a:p>
            <a:r>
              <a:t>yours?"* Both halves of the exchange must be cited to their own page; it straddles the break.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tools/mapstudio/scenes/s04-04-back-to-medina.json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map runs backwards to Medina for the first time in the campaign</a:t>
            </a:r>
          </a:p>
          <a:p/>
          <a:p>
            <a:r>
              <a:t>SAY —</a:t>
            </a:r>
          </a:p>
          <a:p>
            <a:r>
              <a:t>1. ʿUmar ؓ keeps pressing — Remove him: there is recklessness in that sword.</a:t>
            </a:r>
          </a:p>
          <a:p>
            <a:r>
              <a:t>2. Khālid ؓ is sent for — And came to Medina in rusted mail, arrows stuck in his turban.</a:t>
            </a:r>
          </a:p>
          <a:p>
            <a:r>
              <a:t>3. In the mosque — ʿUmar ؓ stood, pulled the arrows out of his turban and broke them.</a:t>
            </a:r>
          </a:p>
          <a:p>
            <a:r>
              <a:t>4. And said it to his face — You killed a Muslim man, and then you took his wife.</a:t>
            </a:r>
          </a:p>
          <a:p>
            <a:r>
              <a:t>   ^ read the Arabic on the face here</a:t>
            </a:r>
          </a:p>
          <a:p>
            <a:r>
              <a:t>5. Khālid ؓ says nothing — He assumed the caliph's view was ʿUmar's ؓ view.</a:t>
            </a:r>
          </a:p>
          <a:p/>
          <a:p>
            <a:r>
              <a:t>QUOTE — أرياءً قتلتَ امرأً مسلمًا ثم نزوتَ على امرأته، والله لأرجمنَّك بالجنادلِ</a:t>
            </a:r>
          </a:p>
          <a:p>
            <a:r>
              <a:t>"Was it for show? You killed a Muslim man, then you leapt upon his wife. By Allah, I will stone you with stones!"</a:t>
            </a:r>
          </a:p>
          <a:p>
            <a:r>
              <a:t>— البدایہ والنہایہ ج۷ ص۳۱</a:t>
            </a:r>
          </a:p>
          <a:p/>
          <a:p>
            <a:r>
              <a:t>عبرت — The objection was not whispered. It was made in the mosque, to the man's face, by the man who would be caliph next.</a:t>
            </a:r>
          </a:p>
          <a:p/>
          <a:p>
            <a:r>
              <a:t>MAP — The arrow returns to **المدينة**. This is the first time in the campaign the map runs backwards.</a:t>
            </a:r>
          </a:p>
          <a:p/>
          <a:p>
            <a:r>
              <a:t>BACKGROUND (read at home, not aloud) —</a:t>
            </a:r>
          </a:p>
          <a:p>
            <a:r>
              <a:t>ʿUmar ؓ kept pressing the Ṣiddīq ؓ to remove Khālid ؓ from command — there was recklessness in that sword, he said — until Abū Bakr ؓ sent for him and he came to Medina. He came in his iron mail, rusted with blood, with arrows stuck into his turban. When he walked into the mosque, ʿUmar ؓ stood up, pulled the arrows out of his turban and broke them, and said it to his face. Khālid ؓ did not answer him a word, because he assumed the Ṣiddīq's ؓ view was ʿUmar's ؓ view.</a:t>
            </a:r>
          </a:p>
          <a:p/>
          <a:p>
            <a:r>
              <a:t>**Also on the page:** الکامل ج۲ ص۲۱۳ has ʿUmar's ؓ words as «قَتَلْتَ امْرَأً مُسْلِمًا، ثُمَّ نَزَوْتَ عَلَى</a:t>
            </a:r>
          </a:p>
          <a:p>
            <a:r>
              <a:t>امْرَأَتِهِ، وَاللَّهِ لَأَرْجُمَنَّكَ بِأَحْجَارِكَ» — *"I will stone you with your own stones"*</a:t>
            </a:r>
          </a:p>
          <a:p>
            <a:r>
              <a:t>(https://shamela.ws/book/21712/904).</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No hands-up here (review, 2026-09-22): the card's spare one asks the room to choose between ʿUmar's ؓ position and Abū Bakr's ؓ, in the part that is never a verdict. build.py drops it (NOHANDS)</a:t>
            </a:r>
          </a:p>
          <a:p/>
          <a:p>
            <a:r>
              <a:t>SAY —</a:t>
            </a:r>
          </a:p>
          <a:p>
            <a:r>
              <a:t>1. The demand is refused — Abū Bakr ؓ would not remove him.</a:t>
            </a:r>
          </a:p>
          <a:p>
            <a:r>
              <a:t>2. "He interpreted and was mistaken" — Not: he was right. The caliph says plainly that he erred.</a:t>
            </a:r>
          </a:p>
          <a:p>
            <a:r>
              <a:t>3. "Lift your tongue off Khālid" — And: I do not sheathe a sword Allah has drawn against the disbelievers.</a:t>
            </a:r>
          </a:p>
          <a:p>
            <a:r>
              <a:t>   ^ read the Arabic on the face here</a:t>
            </a:r>
          </a:p>
          <a:p>
            <a:r>
              <a:t>4. The blood-money is paid — For Mālik b. Nuwayra ؓ, from the caliph's own side.</a:t>
            </a:r>
          </a:p>
          <a:p>
            <a:r>
              <a:t>5. And he stays in command — The error is named, the price is paid, the commander is kept.</a:t>
            </a:r>
          </a:p>
          <a:p/>
          <a:p>
            <a:r>
              <a:t>QUOTE — هِيهِ يَا عُمَرُ! تَأَوَّلَ فَأَخْطَأَ، فَارْفَعْ لِسَانَكَ عَنْ خَالِدٍ، فَإِنِّي لَا أَشِيمُ سَيْفًا سَلَّهُ اللَّهُ عَلَى الْكَافِرِينَ.</a:t>
            </a:r>
          </a:p>
          <a:p>
            <a:r>
              <a:t>"Enough, ʿUmar! He interpreted and was mistaken. Lift your tongue off Khālid — for I do not sheathe a sword Allah has drawn against the disbelievers."</a:t>
            </a:r>
          </a:p>
          <a:p>
            <a:r>
              <a:t>— الکامل فی التاریخ ج۲ ص۲۱۳</a:t>
            </a:r>
          </a:p>
          <a:p/>
          <a:p>
            <a:r>
              <a:t>عبرت — The caliph said out loud that his commander had got it wrong, paid for it, and kept him. Those three are one decision, not three.</a:t>
            </a:r>
          </a:p>
          <a:p/>
          <a:p>
            <a:r>
              <a:t>MAP — Hold on **المدينة**.</a:t>
            </a:r>
          </a:p>
          <a:p/>
          <a:p>
            <a:r>
              <a:t>BACKGROUND (read at home, not aloud) —</a:t>
            </a:r>
          </a:p>
          <a:p>
            <a:r>
              <a:t>Abū Bakr ؓ did not accept the demand and did not dismiss him. He said Khālid ؓ had made an interpretation and had got it wrong; that ʿUmar ؓ was to lift his tongue off him; and that he would not sheathe a sword Allah had drawn against the disbelievers. Then he did the three things that are in all four books: he accepted Khālid's ؓ excuse and passed over what had been done, he paid the blood-money for Mālik b. Nuwayra ؓ out of his own side, and he left him in command.</a:t>
            </a:r>
          </a:p>
          <a:p/>
          <a:p>
            <a:r>
              <a:t>**Also on the page:**</a:t>
            </a:r>
          </a:p>
          <a:p/>
          <a:p>
            <a:r>
              <a:t>&gt; اعزلْهُ فإنَّ في سيفه رَهَقًا، فقال أبو بكر: لا أشيم سيفًا سلّه اللهُ على الكفار</a:t>
            </a:r>
          </a:p>
          <a:p>
            <a:r>
              <a:t>&gt; — البدایہ والنہایہ ج۷ ص۳۱ · https://shamela.ws/book/30097/3177</a:t>
            </a:r>
          </a:p>
          <a:p>
            <a:r>
              <a:t>&gt; *English:* "Dismiss him, for there is recklessness in his sword. Abū Bakr said: I do not sheathe a</a:t>
            </a:r>
          </a:p>
          <a:p>
            <a:r>
              <a:t>&gt; sword Allah has drawn against the disbelievers."</a:t>
            </a:r>
          </a:p>
          <a:p/>
          <a:p>
            <a:r>
              <a:t>&gt; ليس على خالد ما تقول، هبه تأول فأخطأ</a:t>
            </a:r>
          </a:p>
          <a:p>
            <a:r>
              <a:t>&gt; — سیر أعلام النبلاء (سير الخلفاء الراشدين) ص۴۶ · https://shamela.ws/book/10906/1194</a:t>
            </a:r>
          </a:p>
          <a:p>
            <a:r>
              <a:t>&gt; *English:* "Khālid does not bear what you say. Grant that he interpreted and was mistaken."</a:t>
            </a:r>
          </a:p>
          <a:p/>
          <a:p>
            <a:r>
              <a:t>The blood-money is at البدایہ ج۷ ص۳۲ — «وودى مالك بن نويرة» (https://shamela.ws/book/30097/3178).</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safest sentence available on the whole matter. Banū Jadhīma, in the Prophet's ﷺ own hand</a:t>
            </a:r>
          </a:p>
          <a:p/>
          <a:p>
            <a:r>
              <a:t>SAY —</a:t>
            </a:r>
          </a:p>
          <a:p>
            <a:r>
              <a:t>1. The historian writes his own verdict — And it is the safest sentence available on the whole matter.</a:t>
            </a:r>
          </a:p>
          <a:p>
            <a:r>
              <a:t>2. "He exercised judgement, and he was mistaken" — Ibn Kathīr says the error plainly, and keeps the man in command.</a:t>
            </a:r>
          </a:p>
          <a:p>
            <a:r>
              <a:t>   ^ read the Arabic on the face here</a:t>
            </a:r>
          </a:p>
          <a:p>
            <a:r>
              <a:t>3. He sets a precedent beside it — Banū Jadhīma, in the Prophet's ﷺ own lifetime.</a:t>
            </a:r>
          </a:p>
          <a:p>
            <a:r>
              <a:t>4. The prisoners who said the wrong word — They said ṣabaʾnā, not knowing how to say we have accepted Islam.</a:t>
            </a:r>
          </a:p>
          <a:p>
            <a:r>
              <a:t>5. What the Prophet ﷺ did — Paid the blood-money down to the dog's bowl, and dissociated himself from the act.</a:t>
            </a:r>
          </a:p>
          <a:p>
            <a:r>
              <a:t>6. And what he did not do — He did not remove him from command.</a:t>
            </a:r>
          </a:p>
          <a:p/>
          <a:p>
            <a:r>
              <a:t>QUOTE — واستمرَّ أبو بكر بخالدٍ على الإمرة، وإن كان قد اجتهد في قتلِ مالك بن نويرة وأخطأَ في قتله</a:t>
            </a:r>
          </a:p>
          <a:p>
            <a:r>
              <a:t>"Abū Bakr continued with Khālid in command, even though he had exercised his judgement in the killing of Mālik b. Nuwayra and was mistaken in killing him."</a:t>
            </a:r>
          </a:p>
          <a:p>
            <a:r>
              <a:t>— البدایہ والنہایہ ج۷ ص۳۲</a:t>
            </a:r>
          </a:p>
          <a:p/>
          <a:p>
            <a:r>
              <a:t>عبرت — A mistake can be named as a mistake, paid for, and still not end a man — and the precedent for that is from the Prophet's ﷺ own hand.</a:t>
            </a:r>
          </a:p>
          <a:p/>
          <a:p>
            <a:r>
              <a:t>MAP — No map. This is the evening's one large-statement slide.</a:t>
            </a:r>
          </a:p>
          <a:p/>
          <a:p>
            <a:r>
              <a:t>BACKGROUND (read at home, not aloud) —</a:t>
            </a:r>
          </a:p>
          <a:p>
            <a:r>
              <a:t>Ibn Kathīr writes his own sentence over the whole matter, and it is the safest sentence available on it: Abū Bakr ؓ continued with Khālid ؓ in command, **even though he had exercised his judgement in the killing of Mālik b. Nuwayra and was mistaken in killing him.** And then he puts a precedent beside it, from the Prophet's ﷺ own lifetime: when Khālid ؓ was sent to Banū Jadhīma and killed prisoners who had said *ṣabaʾnā, ṣabaʾnā* because they did not know how to say *we have accepted Islam*, the Prophet ﷺ paid their blood-money down to the dog's bowl, raised his hands and said *"O Allah, I dissociate myself from what Khālid has done"* — **and, with that, did not remove him from command either.**</a:t>
            </a:r>
          </a:p>
          <a:p/>
          <a:p>
            <a:r>
              <a:t>**Also on the page:**</a:t>
            </a:r>
          </a:p>
          <a:p/>
          <a:p>
            <a:r>
              <a:t>&gt; فوداهم رسول الله ﷺ حتى ردَّ إليهم ميلغة الكلب، ورفع يديه وقال: اللهم إني أبرأ إليك مما صنع خالد، ومع هذا لم يعزل خالدًا عن الإمرة</a:t>
            </a:r>
          </a:p>
          <a:p>
            <a:r>
              <a:t>&gt; — البدایہ والنہایہ ج۷ ص۳۲ · https://shamela.ws/book/30097/3178</a:t>
            </a:r>
          </a:p>
          <a:p>
            <a:r>
              <a:t>&gt; *English:* "So the Messenger of Allah ﷺ paid their blood-money, until he returned to them even the</a:t>
            </a:r>
          </a:p>
          <a:p>
            <a:r>
              <a:t>&gt; dog's bowl, and raised his hands and said: O Allah, I dissociate myself from what Khālid has done —</a:t>
            </a:r>
          </a:p>
          <a:p>
            <a:r>
              <a:t>&gt; and with all that, he did not remove Khālid from command."</a:t>
            </a:r>
          </a:p>
          <a:p/>
          <a:p>
            <a:r>
              <a:t>WHEN, as the card gives it: the historian's own comment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on consolation, not blame. ⚠ do not say where Zayd ؓ fell — that is #28's to tell, later tonight</a:t>
            </a:r>
          </a:p>
          <a:p/>
          <a:p>
            <a:r>
              <a:t>SAY —</a:t>
            </a:r>
          </a:p>
          <a:p>
            <a:r>
              <a:t>1. Mutammim comes to Medina — Complaining of Khālid ؓ, with ʿUmar ؓ helping him.</a:t>
            </a:r>
          </a:p>
          <a:p>
            <a:r>
              <a:t>2. The elegies are recited to the caliph — And Abū Bakr ؓ paid him the blood-money from his own side.</a:t>
            </a:r>
          </a:p>
          <a:p>
            <a:r>
              <a:t>3. Years later, ʿUmar ؓ is caliph — And the two men sit together: each had lost a brother in this war.</a:t>
            </a:r>
          </a:p>
          <a:p>
            <a:r>
              <a:t>4. "I would have elegised my brother Zayd ؓ" — If I were a man who made verse. **Do not say yet where Zayd ؓ fell.**</a:t>
            </a:r>
          </a:p>
          <a:p>
            <a:r>
              <a:t>5. Mutammim's answer — Had my brother fallen where yours fell, I would not have wept for him.</a:t>
            </a:r>
          </a:p>
          <a:p>
            <a:r>
              <a:t>   ^ read the Arabic on the face here</a:t>
            </a:r>
          </a:p>
          <a:p>
            <a:r>
              <a:t>6. "No one has ever consoled me better" — And that is where this block ends.</a:t>
            </a:r>
          </a:p>
          <a:p/>
          <a:p>
            <a:r>
              <a:t>QUOTE — 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a:p>
            <a:r>
              <a:t>"ʿUmar said: Were I a man who made verse, I would have elegised my brother Zayd. Mutammim said: They are not alike, Commander of the Believers — had my brother fallen where your brother fell, I would not have wept for him. ʿUmar said: No one has ever consoled me better than you have consoled me."</a:t>
            </a:r>
          </a:p>
          <a:p>
            <a:r>
              <a:t>— الکامل فی التاریخ ج۲ ص۲۱۴</a:t>
            </a:r>
          </a:p>
          <a:p/>
          <a:p>
            <a:r>
              <a:t>عبرت — The quarrel is not closed by a verdict. It is closed by two bereaved men consoling each other.</a:t>
            </a:r>
          </a:p>
          <a:p/>
          <a:p>
            <a:r>
              <a:t>MAP — No map. Close the block on two men sitting down.</a:t>
            </a:r>
          </a:p>
          <a:p/>
          <a:p>
            <a:r>
              <a:t>⚠ **Do not name al-Yamāma as the place Zayd ؓ fell, unless that evening has already been given.** On a</a:t>
            </a:r>
          </a:p>
          <a:p>
            <a:r>
              <a:t>chronological running order this card comes before al-Yamāma, and naming it here spends the death of</a:t>
            </a:r>
          </a:p>
          <a:p>
            <a:r>
              <a:t>ʿUmar's ؓ brother — one of the most affecting moments of the war — a week early. Say "each of them had</a:t>
            </a:r>
          </a:p>
          <a:p>
            <a:r>
              <a:t>lost a brother in this war". The room closes the loop itself when `RCT/E-RC60` is told.</a:t>
            </a:r>
          </a:p>
          <a:p>
            <a:r>
              <a:t>**Also on the page:**</a:t>
            </a:r>
          </a:p>
          <a:p/>
          <a:p>
            <a:r>
              <a:t>⚠ الکامل ج۲ ص۲۱۴ also records that two of Khālid's ؓ own nephews were killed «في هذه الوقعة». The</a:t>
            </a:r>
          </a:p>
          <a:p>
            <a:r>
              <a:t>antecedent is not unambiguous on the page. **Do not use.**</a:t>
            </a:r>
          </a:p>
          <a:p/>
          <a:p>
            <a:r>
              <a:t>BACKGROUND (read at home, not aloud) —</a:t>
            </a:r>
          </a:p>
          <a:p>
            <a:r>
              <a:t>Mutammim b. Nuwayra came to Medina complaining of Khālid ؓ to the Ṣiddīq ؓ, with ʿUmar ؓ helping him and reciting to the caliph the elegies he had made for his brother; and Abū Bakr ؓ paid him the blood-money from his own side. Years later, with ʿUmar ؓ himself caliph, the two men sat together — each of them had lost a brother in this war, in two different places. ʿUmar ؓ said that if he were a man who made verse he would have elegised his brother Zayd ؓ. Mutammim said: they are not alike, Commander of the Believers — had my brother fallen where your brother fell, I would not have wept for him. And ʿUmar ؓ said: no one has ever consoled me better than you have consoled me.</a:t>
            </a:r>
          </a:p>
          <a:p/>
          <a:p>
            <a:r>
              <a:t>&gt; وجاء مُتمّم بن نُوَيْرة فجعل يشكو إلى الصديق خالدًا، وعمرُ يساعده وينشد الصديقَ ما قال في أخيه من المراثي، فوداه الصديق من عنده</a:t>
            </a:r>
          </a:p>
          <a:p>
            <a:r>
              <a:t>&gt; — البدایہ والنہایہ ج۷ ص۳۱ · https://shamela.ws/book/30097/3177</a:t>
            </a:r>
          </a:p>
          <a:p>
            <a:r>
              <a:t>&gt; *English:* "Mutammim b. Nuwayra came and began to complain of Khālid to the Ṣiddīq, with ʿUmar</a:t>
            </a:r>
          </a:p>
          <a:p>
            <a:r>
              <a:t>&gt; helping him and reciting to the Ṣiddīq the elegies he had made for his brother; and the Ṣiddīq paid</a:t>
            </a:r>
          </a:p>
          <a:p>
            <a:r>
              <a:t>&gt; him the blood-money from his own side."</a:t>
            </a:r>
          </a:p>
          <a:p/>
          <a:p>
            <a:r>
              <a:t>WHEN, as the card gives it: 13 AH onwards, in ʿUmar's ؓ caliphate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consolation came years later, in ʿUmar's ؓ own caliphate. Now back to 11 AH, and to the mosque at Medina where we left Khālid ؓ being answered for — and then sent straight out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tools/mapstudio/scenes/s04-05-medina-to-al-yamama.json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hinge. Without it the room is left standing in the mosque and the next card opens on an army</a:t>
            </a:r>
          </a:p>
          <a:p/>
          <a:p>
            <a:r>
              <a:t>SAY —</a:t>
            </a:r>
          </a:p>
          <a:p>
            <a:r>
              <a:t>1. Excused, and immediately employed — The same audience that cleared him ended with new orders.</a:t>
            </a:r>
          </a:p>
          <a:p>
            <a:r>
              <a:t>2. To fight Banū Ḥanīfa at al-Yamāma — The last claimant still standing, and the largest force in Arabia.</a:t>
            </a:r>
          </a:p>
          <a:p>
            <a:r>
              <a:t>   ^ read the Arabic on the face here</a:t>
            </a:r>
          </a:p>
          <a:p>
            <a:r>
              <a:t>3. The Muslims turned out in force — Thābit b. Qays b. Shammās ؓ over the Anṣār.</a:t>
            </a:r>
          </a:p>
          <a:p>
            <a:r>
              <a:t>4. A reserve sent out behind him — Abū Bakr ؓ put a second detachment at his back.</a:t>
            </a:r>
          </a:p>
          <a:p>
            <a:r>
              <a:t>5. He cleared the road as he went — He passed no group that had broken away without dealing with it.</a:t>
            </a:r>
          </a:p>
          <a:p>
            <a:r>
              <a:t>6. Sajāḥ's horsemen scattered — And ordered out of the Arabian peninsula altogether.</a:t>
            </a:r>
          </a:p>
          <a:p/>
          <a:p>
            <a:r>
              <a:t>QUOTE — لما رضيَ الصدِّيقُ عن خالد بن الوليد وعذَرَهُ بما اعتذرَ به، بعثَه إلى قتالِ بني حنيفة باليمامة، وأوعب معه المسلمون، وعلى الأنصار ثابتُ بن قيس بن شمّاس</a:t>
            </a:r>
          </a:p>
          <a:p>
            <a:r>
              <a:t>"When the Ṣiddīq was satisfied with Khālid b. al-Walīd and accepted the excuse he made, he sent him to fight Banū Ḥanīfa at al-Yamāma. The Muslims turned out with him in force, and Thābit b. Qays b. Shammās was over the Anṣār."</a:t>
            </a:r>
          </a:p>
          <a:p>
            <a:r>
              <a:t>— البدایہ والنہایہ ج۷ ص۳۲</a:t>
            </a:r>
          </a:p>
          <a:p/>
          <a:p>
            <a:r>
              <a:t>عبرت — The reckoning ended and the orders began in the same room, on the same day.</a:t>
            </a:r>
          </a:p>
          <a:p/>
          <a:p>
            <a:r>
              <a:t>MAP — The arrow leaves **المدينة** again and runs east to **اليمامة**. A second, thinner arrow follows behind it — the reserve detachment. On the way, Sajāḥ's horsemen scatter off the map to the north.</a:t>
            </a:r>
          </a:p>
          <a:p/>
          <a:p>
            <a:r>
              <a:t>BACKGROUND (read at home, not aloud) —</a:t>
            </a:r>
          </a:p>
          <a:p>
            <a:r>
              <a:t>The moment the Ṣiddīq ؓ was satisfied with him and had accepted his excuse, he sent him out again — to fight Banū Ḥanīfa at al-Yamāma. The Muslims turned out with him in force. Thābit b. Qays b. Shammās ؓ was put over the Anṣār. Abū Bakr ؓ sent a detachment out behind him to be a reserve at his back. And Khālid ؓ marched: he did not pass a single one of those who had broken away without dealing with them, and when he came across horsemen belonging to Sajāḥ's following he scattered them and ordered them put out of the Arabian peninsula altogether.</a:t>
            </a:r>
          </a:p>
          <a:p/>
          <a:p>
            <a:r>
              <a:t>**Also on the page:**</a:t>
            </a:r>
          </a:p>
          <a:p/>
          <a:p>
            <a:r>
              <a:t>&gt; وأردفَ الصديق خالدًا بسريةٍ لتكونَ رِدْءًا له من ورائهِ</a:t>
            </a:r>
          </a:p>
          <a:p>
            <a:r>
              <a:t>&gt; — البدایہ والنہایہ ج۷ ص۳۲ · https://shamela.ws/book/30097/3178</a:t>
            </a:r>
          </a:p>
          <a:p>
            <a:r>
              <a:t>&gt; *English:* "And the Ṣiddīq sent a detachment after Khālid, to be a reserve for him at his back."</a:t>
            </a:r>
          </a:p>
          <a:p/>
          <a:p>
            <a:r>
              <a:t>&gt; فسار لا يمرّ بأحدٍ من المُرْتدّين إلَّا نكَّلَ بهم، وقد اجتازَ بخيولٍ لأصحاب سَجَاح فشرَّدَهُمْ وأمرَ بإخراجهم من جزيرة العرب</a:t>
            </a:r>
          </a:p>
          <a:p>
            <a:r>
              <a:t>&gt; — البدایہ والنہایہ ج۷ ص۳۲ · https://shamela.ws/book/30097/3178</a:t>
            </a:r>
          </a:p>
          <a:p>
            <a:r>
              <a:t>&gt; *English:* "He marched, passing no one of those who had broken away without dealing with them; and</a:t>
            </a:r>
          </a:p>
          <a:p>
            <a:r>
              <a:t>&gt; he came upon horsemen belonging to Sajāḥ's following, and scattered them, and ordered them put out</a:t>
            </a:r>
          </a:p>
          <a:p>
            <a:r>
              <a:t>&gt; of the Arabian peninsula."</a:t>
            </a:r>
          </a:p>
          <a:p/>
          <a:p>
            <a:r>
              <a:t>**This card is the hinge between al-Buṭāḥ and al-Yamāma.** Without it the room is left standing in the</a:t>
            </a:r>
          </a:p>
          <a:p>
            <a:r>
              <a:t>mosque at Medina and the next card opens on an army outside al-Yamāma.</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Khālid ؓ was not the first to be sent against Musaylima. Back at Dhū al-Qaṣṣa one of the eleven banners had gone to ʿIkrima ؓ, with Shuraḥbīl ؓ sent after him — and both reached al-Yamāma before Khālid ؓ did. Here is what happened to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*"A commander loses a battle by moving too soon. What should the letter from the capital say?"*</a:t>
            </a:r>
          </a:p>
          <a:p/>
          <a:p>
            <a:r>
              <a:t>MAP: tools/mapstudio/scenes/s04-06-two-commanders.json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Callback: the room already met him at the far end of this road, arriving in Yemen on evening 3. Beats 1–2 are the one-breath notices for ʿIkrima ؓ and Shuraḥbīl ؓ (added 2026-09-22, #43). Ask the card's hands-up before you click to the map, which shows the answer</a:t>
            </a:r>
          </a:p>
          <a:p/>
          <a:p>
            <a:r>
              <a:t>SAY —</a:t>
            </a:r>
          </a:p>
          <a:p>
            <a:r>
              <a:t>1. Who ʿIkrima ؓ was — ʿIkrima b. Abī Jahl ؓ of Banū Makhzūm, "the noble, the chief, the martyr": he led his clan after his father fell at Badr, then accepted Islam; he died a martyr in Syria, 13 or 15 AH (634 or 636 CE).</a:t>
            </a:r>
          </a:p>
          <a:p>
            <a:r>
              <a:t>2. And Shuraḥbīl b. Ḥasana ؓ — Ḥasana was his mother, and the name stuck; an early Muslim who emigrated to Abyssinia, later a commander in Syria, dead in the plague of 18 AH (639 CE).</a:t>
            </a:r>
          </a:p>
          <a:p>
            <a:r>
              <a:t>3. Two commanders sent ahead — ʿIkrima ؓ had the banner for Musaylima; Shuraḥbīl ؓ was sent behind him.</a:t>
            </a:r>
          </a:p>
          <a:p>
            <a:r>
              <a:t>4. He attacked before the second came up — To carry off the fame of it alone.</a:t>
            </a:r>
          </a:p>
          <a:p>
            <a:r>
              <a:t>5. And was beaten — The first Muslim force to reach al-Yamāma was thrown back.</a:t>
            </a:r>
          </a:p>
          <a:p>
            <a:r>
              <a:t>6. He reported it and waited for recall — What came back was not a recall.</a:t>
            </a:r>
          </a:p>
          <a:p>
            <a:r>
              <a:t>7. "Do not come back and weaken the people" — Go on to Oman, then Mahra, then keep marching.</a:t>
            </a:r>
          </a:p>
          <a:p>
            <a:r>
              <a:t>   ^ read the Arabic on the face here</a:t>
            </a:r>
          </a:p>
          <a:p>
            <a:r>
              <a:t>8. The longest march of the war — One man's line crosses the whole southern edge of the map.</a:t>
            </a:r>
          </a:p>
          <a:p/>
          <a:p>
            <a:r>
              <a:t>QUOTE — 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a:p>
            <a:r>
              <a:t>"Let me not see you and do not you see me. Do not come back and weaken the people. Go on to Ḥudhayfa and ʿArfaja and fight the people of ʿUmān and Mahra; then you and your troops march on, testing the people, until you meet Muhājir b. Abī Umayya in Yemen and Ḥaḍramawt."</a:t>
            </a:r>
          </a:p>
          <a:p>
            <a:r>
              <a:t>— الکامل فی التاریخ ج۲ ص۲۱۴–۲۱۵ · **straddles the page break**</a:t>
            </a:r>
          </a:p>
          <a:p/>
          <a:p>
            <a:r>
              <a:t>عبرت — He was not dismissed for the defeat; he was given more ground to cross.</a:t>
            </a:r>
          </a:p>
          <a:p/>
          <a:p>
            <a:r>
              <a:t>HANDS UP — Before telling it: *"A commander loses a battle by moving too soon. What should the letter from the capital say?"*</a:t>
            </a:r>
          </a:p>
          <a:p/>
          <a:p>
            <a:r>
              <a:t>MAP — ʿIkrima's ؓ arrow reaches **اليمامة** and **recoils**. Shuraḥbīl's ؓ arrow halts short of it on the road. Then a **new, very long line** starts from that point and runs east to عمان, then west along the southern edge — مَهْرة, أبْيَن, حضرموت. **That line is one man, and it ends only in Ḥaḍramawt.**</a:t>
            </a:r>
          </a:p>
          <a:p/>
          <a:p>
            <a:r>
              <a:t>BACKGROUND (read at home, not aloud) —</a:t>
            </a:r>
          </a:p>
          <a:p>
            <a:r>
              <a:t>ʿIkrima ؓ had the banner for Musaylima, and Shuraḥbīl ؓ was sent behind him. ʿIkrima ؓ attacked before Shuraḥbīl ؓ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**The two notices, for the one breath** (`DECISIONS.md` #28, #43 — added 2026-09-22 after the evening-4</a:t>
            </a:r>
          </a:p>
          <a:p>
            <a:r>
              <a:t>review found both men carrying cards with no تراجم notice):</a:t>
            </a:r>
          </a:p>
          <a:p/>
          <a:p>
            <a:r>
              <a:t>&gt; الشَّرِيْفُ، الرَّئِيْسُ، الشَّهِيْدُ، أَبُو عُثْمَانَ القُرَشِيُّ، المَخْزُوْمِيُّ، المَكِّيُّ. لَمَّا قُتِلَ أَبُوْهُ، تَحَوَّلَتْ رِئَاسَةُ بَنِي مَخْزُوْمٍ إِلَى عِكْرِمَةَ، ثُمَّ إِنَّهُ أَسْلَمَ، وَحَسُنَ إِسْلاَمُهُ بِالمَرَّةِ</a:t>
            </a:r>
          </a:p>
          <a:p>
            <a:r>
              <a:t>&gt; — سیر أعلام النبلاء ج۱ ص۳۲۳ · https://shamela.ws/book/10906/1749</a:t>
            </a:r>
          </a:p>
          <a:p>
            <a:r>
              <a:t>&gt; *English:* "The noble, the chief, the martyr, Abū ʿUthmān al-Qurashī al-Makhzūmī al-Makkī. When his</a:t>
            </a:r>
          </a:p>
          <a:p>
            <a:r>
              <a:t>&gt; father was killed, the leadership of Banū Makhzūm passed to ʿIkrima; then he accepted Islam, and his</a:t>
            </a:r>
          </a:p>
          <a:p>
            <a:r>
              <a:t>&gt; Islam was excellent — completely."</a:t>
            </a:r>
          </a:p>
          <a:p/>
          <a:p>
            <a:r>
              <a:t>&gt; وحَسَنَةُ أمه، نسب إليها وغلب عليه ذلك. أسلم قديمًا وهاجر إلى الحبشة وجهزه الصّدّيق إلى الشام، فكان أميرًا على ربع الجيش</a:t>
            </a:r>
          </a:p>
          <a:p>
            <a:r>
              <a:t>&gt; — البدایہ والنہایہ ج۷ ص۲۰۸ · https://shamela.ws/book/30097/3354</a:t>
            </a:r>
          </a:p>
          <a:p>
            <a:r>
              <a:t>&gt; *English:* "Ḥasana was his mother; he was named after her, and the name stuck. He accepted Islam early,</a:t>
            </a:r>
          </a:p>
          <a:p>
            <a:r>
              <a:t>&gt; emigrated to Abyssinia, and the Ṣiddīq equipped him for Syria, where he commanded a quarter of the army."</a:t>
            </a:r>
          </a:p>
          <a:p/>
          <a:p>
            <a:r>
              <a:t>The same page ends his notice: «وطعن هو وأبو عبيدة وأبو مالك الأشعري في يوم واحد سنة ثماني عشرة» — he, Abū</a:t>
            </a:r>
          </a:p>
          <a:p>
            <a:r>
              <a:t>ʿUbayda ؓ and Abū Mālik al-Ashʿarī ؓ were struck by the plague on one day, in 18 AH. ʿIkrima's ؓ death is</a:t>
            </a:r>
          </a:p>
          <a:p>
            <a:r>
              <a:t>13 or 15 AH, the books differing on Ajnādayn or al-Yarmūk (`the-men-who-had-fought-against-it.md` §3.5).</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Beaten, reproached — and then given the vanguard</a:t>
            </a:r>
          </a:p>
          <a:p/>
          <a:p>
            <a:r>
              <a:t>SAY —</a:t>
            </a:r>
          </a:p>
          <a:p>
            <a:r>
              <a:t>1. His orders were to wait — Stay until Khālid ؓ comes up, and afterwards go and help ʿAmr b. al-ʿĀṣ ؓ against Quḍāʿa.</a:t>
            </a:r>
          </a:p>
          <a:p>
            <a:r>
              <a:t>2. He did not wait — He got ahead of Khālid ؓ in engaging Musaylima.</a:t>
            </a:r>
          </a:p>
          <a:p>
            <a:r>
              <a:t>3. Beaten, and reproached — Khālid ؓ blamed him for it, as Medina had blamed ʿIkrima ؓ.</a:t>
            </a:r>
          </a:p>
          <a:p>
            <a:r>
              <a:t>   ^ read the Arabic on the face here</a:t>
            </a:r>
          </a:p>
          <a:p>
            <a:r>
              <a:t>4. Both advance forces beaten separately — That is why the day ahead would be so hard.</a:t>
            </a:r>
          </a:p>
          <a:p>
            <a:r>
              <a:t>5. And then he was given the vanguard — At ʿAqrabāʾ, the man who had just failed led the front of the army.</a:t>
            </a:r>
          </a:p>
          <a:p/>
          <a:p>
            <a:r>
              <a:t>QUOTE — وَعَجَّلَ شُرَحْبِيلُ بْنُ حَسَنَةَ، وَبَادَرَ خَالِدًا بِقِتَالِ مُسَيْلِمَةَ، فَنُكِبَ، فَلَامَهُ خَالِدٌ.</a:t>
            </a:r>
          </a:p>
          <a:p>
            <a:r>
              <a:t>"Shuraḥbīl b. Ḥasana hurried, and got ahead of Khālid in fighting Musaylima, and was struck down; and Khālid reproached him."</a:t>
            </a:r>
          </a:p>
          <a:p>
            <a:r>
              <a:t>— الکامل فی التاریخ ج۲ ص۲۱۵</a:t>
            </a:r>
          </a:p>
          <a:p/>
          <a:p>
            <a:r>
              <a:t>عبرت — The same mistake twice in one month, and neither man was thrown away for it.</a:t>
            </a:r>
          </a:p>
          <a:p/>
          <a:p>
            <a:r>
              <a:t>MAP — Shuraḥbīl's ؓ halted arrow starts again, reaches اليمامة and recoils in its turn. Then, when Khālid's ؓ arrow arrives, Shuraḥbīl's ؓ re-forms **in front of it** as the vanguard.</a:t>
            </a:r>
          </a:p>
          <a:p/>
          <a:p>
            <a:r>
              <a:t>BACKGROUND (read at home, not aloud) —</a:t>
            </a:r>
          </a:p>
          <a:p>
            <a:r>
              <a:t>Shuraḥbīl b. Ḥasana ؓ had been written to with an order to stay where he was until Khālid ؓ came up, and then, once Musaylima was finished with, to go and help ʿAmr b. al-ʿĀṣ ؓ against Quḍāʿa. He did not wait. He got ahead of Khālid ؓ in engaging Musaylima, and he was beaten too, and Khālid ؓ reproached him for it. Both of the advance commanders were beaten in detail before the main army ever arrived — which is the military shape of al-Yamāma and the reason it was the hardest fighting of the war. And then, at ʿAqrabāʾ, the man who had just been beaten and reproached was given the vanguard.</a:t>
            </a:r>
          </a:p>
          <a:p/>
          <a:p>
            <a:r>
              <a:t>**Also on the page:** البدایہ ج۷ ص۳۳ puts him at the head of the army days later — «وقد جعل على</a:t>
            </a:r>
          </a:p>
          <a:p>
            <a:r>
              <a:t>المقدمة شرحبيل بن حسنة» (https://shamela.ws/book/30097/3179).</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3: "Why would a commander put his own villages behind his army?" — ask at beat 4</a:t>
            </a:r>
          </a:p>
          <a:p/>
          <a:p>
            <a:r>
              <a:t>SAY —</a:t>
            </a:r>
          </a:p>
          <a:p>
            <a:r>
              <a:t>1. Forty thousand fighting men — Three books, one figure.</a:t>
            </a:r>
          </a:p>
          <a:p>
            <a:r>
              <a:t>2. Musaylima hears Khālid ؓ is coming — And chooses his ground before the army arrives.</a:t>
            </a:r>
          </a:p>
          <a:p>
            <a:r>
              <a:t>3. ʿAqrabāʾ, on the edge of al-Yamāma — The town itself is Ḥajr; put it on the map.</a:t>
            </a:r>
          </a:p>
          <a:p>
            <a:r>
              <a:t>4. The farmland behind his back — The property and the families were left behind his own line.</a:t>
            </a:r>
          </a:p>
          <a:p>
            <a:r>
              <a:t>   ^ read the Arabic on the face here</a:t>
            </a:r>
          </a:p>
          <a:p>
            <a:r>
              <a:t>5. What that decision means — No man in his line could retreat except through his own household.</a:t>
            </a:r>
          </a:p>
          <a:p>
            <a:r>
              <a:t>6. Why neither line could give ground — Neither army had anywhere to go.</a:t>
            </a:r>
          </a:p>
          <a:p/>
          <a:p>
            <a:r>
              <a:t>QUOTE — فلما سمع مسيلمةُ بقدوم خالدٍ عسكر بمكانٍ يقال له: (عقربا) في طرف اليمامة والريفُ وراءَ ظهورهم</a:t>
            </a:r>
          </a:p>
          <a:p>
            <a:r>
              <a:t>"When Musaylima heard of Khālid's coming, he encamped at a place called ʿAqrabāʾ, at the edge of al-Yamāma, with the cultivated country behind their backs."</a:t>
            </a:r>
          </a:p>
          <a:p>
            <a:r>
              <a:t>— البدایہ والنہایہ ج۷ ص۳۲</a:t>
            </a:r>
          </a:p>
          <a:p/>
          <a:p>
            <a:r>
              <a:t>عبرت — He put his own people's homes behind his line so that no one could run. **Held for the end of the battle:** the note's own second sentence — *"It worked, and it cost more lives than any other day of the war"* — gives away a day the room has not yet seen decided. Say it with the dead of al-Yamāma, not here (evening-4 review, 2026-09-22).</a:t>
            </a:r>
          </a:p>
          <a:p/>
          <a:p>
            <a:r>
              <a:t>HANDS UP — Before beat 5: *"Why would a commander put his own villages behind his army?"*</a:t>
            </a:r>
          </a:p>
          <a:p/>
          <a:p>
            <a:r>
              <a:t>MAP — The enemy camp at **عَقْرَباء**, on the edge of the cultivated country, with **the farmland and the households behind it**. Draw the red block with **no line of retreat**. Name the town of اليمامة on the map: **حَجْر**.</a:t>
            </a:r>
          </a:p>
          <a:p/>
          <a:p>
            <a:r>
              <a:t>BACKGROUND (read at home, not aloud) —</a:t>
            </a:r>
          </a:p>
          <a:p>
            <a:r>
              <a:t>Banū Ḥanīfa were about forty thousand fighting men — the figure is the same in three books. When Musaylima heard Khālid ؓ was coming he camped at a place called ʿAqrabāʾ on the edge of al-Yamāma, and he put the cultivated country behind his back: the farms, the property and the families. Ibn al-Athīr says it in one line — he left the property behind him. That is a decision about his own men, not about the enemy. A man in that line could not fall back without running through his own household. It is the reason the battle was fought to the finish.</a:t>
            </a:r>
          </a:p>
          <a:p/>
          <a:p>
            <a:r>
              <a:t>**Also on the page:** «لأنهم نحو أربعين ألفًا من المقاتلةِ» (البدایہ ج۷ ص۳۲ ·</a:t>
            </a:r>
          </a:p>
          <a:p>
            <a:r>
              <a:t>https://shamela.ws/book/30097/3178); الکامل ج۲ ص۲۱۵ gives the same count, and الکامل ج۲ ص۲۱۶ has</a:t>
            </a:r>
          </a:p>
          <a:p>
            <a:r>
              <a:t>«وَتَرَكَ مُسَيْلِمَةُ الْأَمْوَالَ وَرَاءَ ظَهْرِهِ» (https://shamela.ws/book/21712/907).</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"forty to sixty riders" and do not fix a number. This decision settles evening 5</a:t>
            </a:r>
          </a:p>
          <a:p/>
          <a:p>
            <a:r>
              <a:t>SAY —</a:t>
            </a:r>
          </a:p>
          <a:p>
            <a:r>
              <a:t>1. The night before the battle — The vanguard picked up a mounted party coming home.</a:t>
            </a:r>
          </a:p>
          <a:p>
            <a:r>
              <a:t>2. Who they were — Between forty and sixty riders under Mujjāʿa b. Murāra, a chief of Banū Ḥanīfa.</a:t>
            </a:r>
          </a:p>
          <a:p>
            <a:r>
              <a:t>3. Their excuses were not believed — Khālid ؓ ordered the whole party executed.</a:t>
            </a:r>
          </a:p>
          <a:p>
            <a:r>
              <a:t>4. One man spoke first — If you mean anything for the people of Yamāma tomorrow, keep this one alive.</a:t>
            </a:r>
          </a:p>
          <a:p>
            <a:r>
              <a:t>   ^ read the Arabic on the face here</a:t>
            </a:r>
          </a:p>
          <a:p>
            <a:r>
              <a:t>5. Kept in irons, in the commander's own tent — With Khālid's ؓ wife Umm Tamīm, and: treat him well.</a:t>
            </a:r>
          </a:p>
          <a:p>
            <a:r>
              <a:t>6. Remember where he is sitting — That decision settles the end of the battle before it has begun.</a:t>
            </a:r>
          </a:p>
          <a:p/>
          <a:p>
            <a:r>
              <a:t>QUOTE — أيها الرجل إن كنتَ تريد بأهل اليمامة غدًا خيرًا أو شرًا فاستبق هذا الرجل … فاستبقاه خالد مقيدًا، وجعله في الخيمة مع امرأته، وقال: استوصي به خيرًا.</a:t>
            </a:r>
          </a:p>
          <a:p>
            <a:r>
              <a:t>"Man — if you intend anything tomorrow for the people of Yamāma, good or ill, keep this man alive … So Khālid kept him, in irons, and put him in the tent with his wife, and said: treat him well."</a:t>
            </a:r>
          </a:p>
          <a:p>
            <a:r>
              <a:t>— البدایہ والنہایہ ج۷ ص۳۳</a:t>
            </a:r>
          </a:p>
          <a:p/>
          <a:p>
            <a:r>
              <a:t>عبرت — He kept one prisoner alive on a stranger's advice, and that decision settled the end of the battle before it started.</a:t>
            </a:r>
          </a:p>
          <a:p/>
          <a:p>
            <a:r>
              <a:t>MAP — Khālid's ؓ arrow, out of Medina again (the hinge card), runs east to **اليمامة**, and halts on a ridge overlooking it. One marker for Khālid's ؓ own tent, behind the line.</a:t>
            </a:r>
          </a:p>
          <a:p/>
          <a:p>
            <a:r>
              <a:t>BACKGROUND (read at home, not aloud) —</a:t>
            </a:r>
          </a:p>
          <a:p>
            <a:r>
              <a:t>The night before the battle Khālid's ؓ vanguard picked up a mounted party coming home — the books say between forty and sixty riders — under Mujjāʿa b. Murāra, a chief of Banū Ḥanīfa, who had been away settling a blood feud. They were brought in and made their excuses; he did not believe them, and ordered the whole party executed. One of them spoke up first: if you mean anything at all for the people of Yamāma tomorrow, good or ill, keep this one man alive. So Khālid ؓ kept him, in irons, and put him in his own tent with his wife Umm Tamīm, and told her to treat him well.</a:t>
            </a:r>
          </a:p>
          <a:p/>
          <a:p>
            <a:r>
              <a:t>**Also on the page:** the numbers differ — البدایہ ج۷ ص۳۳ «نحو من أربعين وقيل ستين فارسًا»; الکامل</a:t>
            </a:r>
          </a:p>
          <a:p>
            <a:r>
              <a:t>ج۲ ص۲۱۶ «مَا بَيْنَ أَرْبَعِينَ إِلَى سِتِّينَ»; سیر (الراشدون) ص۴۳ says twenty-three. **Say "forty to</a:t>
            </a:r>
          </a:p>
          <a:p>
            <a:r>
              <a:t>sixty riders" and do not fix a number.**</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After the worksheet — and for anyone who has just come in. Khālid ؓ was called to Medina over al-Buṭāḥ and kept in command. The two commanders sent ahead of him were both beaten. Forty thousand men of Banū Ḥanīfa wait at ʿAqrabāʾ, with their farms behind them — and there is a prisoner in Khālid's ؓ own tent. Morning comes.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Do not print a banner diagram. Three books, three arrangements</a:t>
            </a:r>
          </a:p>
          <a:p/>
          <a:p>
            <a:r>
              <a:t>SAY —</a:t>
            </a:r>
          </a:p>
          <a:p>
            <a:r>
              <a:t>1. The vanguard — Shuraḥbīl b. Ḥasana ؓ, at the head of the army.</a:t>
            </a:r>
          </a:p>
          <a:p>
            <a:r>
              <a:t>2. The two wings — Zayd b. al-Khaṭṭāb ؓ and Abū Ḥudhayfa ؓ.</a:t>
            </a:r>
          </a:p>
          <a:p>
            <a:r>
              <a:t>3. The two banners — The Muhājirūn's with Sālim ؓ, the Anṣār's with Thābit b. Qays ؓ.</a:t>
            </a:r>
          </a:p>
          <a:p>
            <a:r>
              <a:t>4. The tribes under their own — Each clan behind its own banner.</a:t>
            </a:r>
          </a:p>
          <a:p>
            <a:r>
              <a:t>   ^ read the Arabic on the face here</a:t>
            </a:r>
          </a:p>
          <a:p>
            <a:r>
              <a:t>5. And the books do not agree — Three books arrange the same three men three ways.</a:t>
            </a:r>
          </a:p>
          <a:p>
            <a:r>
              <a:t>6. So: name the men, not the chart — Remember these four names; they all come back within the hour.</a:t>
            </a:r>
          </a:p>
          <a:p/>
          <a:p>
            <a:r>
              <a:t>QUOTE — ورايةُ المهاجرين مع سالم مولى أبي حذيفة، ورايةُ الأنصار مع ثابت بن قيس بن شمّاس، والعرب على راياتها</a:t>
            </a:r>
          </a:p>
          <a:p>
            <a:r>
              <a:t>"The Muhājirūn's banner was with Sālim, the freedman of Abū Ḥudhayfa; the Anṣār's banner with Thābit b. Qays b. Shammās; and the Arabs each under their own banners."</a:t>
            </a:r>
          </a:p>
          <a:p>
            <a:r>
              <a:t>— البدایہ والنہایہ ج۷ ص۳۳</a:t>
            </a:r>
          </a:p>
          <a:p/>
          <a:p>
            <a:r>
              <a:t>عبرت — Where three books arrange the same men three ways, name the men and leave the diagram unbuilt.</a:t>
            </a:r>
          </a:p>
          <a:p/>
          <a:p>
            <a:r>
              <a:t>MAP — The blue block forms up on the ridge: vanguard forward, two wings, the Muhājirūn's banner and the Anṣār's banner, and the tribes each under their own. **No labelled diagram of who held which banner.**</a:t>
            </a:r>
          </a:p>
          <a:p/>
          <a:p>
            <a:r>
              <a:t>BACKGROUND (read at home, not aloud) —</a:t>
            </a:r>
          </a:p>
          <a:p>
            <a:r>
              <a:t>Khālid ؓ put Shuraḥbīl b. Ḥasana ؓ at the head of the army and Zayd b. al-Khaṭṭāb ؓ and Abū Ḥudhayfa ؓ on the two wings. The Muhājirūn's banner went to Sālim ؓ, the freedman of Abū Ḥudhayfa ؓ, and the Anṣār's to Thābit b. Qays b. Shammās ؓ, and the tribes were each under their own banners. That is Ibn Kathīr. Ibn al-Athīr has Sālim ؓ carrying it after the man who had it before him was killed, and puts Abū Ḥudhayfa ؓ and Zayd ؓ over the Muhājirūn; al-Dhahabī has Zayd ؓ carrying the Muslims' banner and Sālim ؓ taking it up when Zayd ؓ fell. **Three books, three arrangements of the same three men.** Name the men; do not draw the chart.</a:t>
            </a:r>
          </a:p>
          <a:p/>
          <a:p>
            <a:r>
              <a:t>**Also on the page:** «وقد جعل على المقدمة شرحبيل بن حسنة، وعلى المَجْنبتين زيدًا وأبا حذيفة»</a:t>
            </a:r>
          </a:p>
          <a:p>
            <a:r>
              <a:t>(البدایہ ج۷ ص۳۳ · https://shamela.ws/book/30097/3179). الکامل ج۲ ص۲۱۵–۲۱۶ and سیر ج۱ ص۲۹۸ give the</a:t>
            </a:r>
          </a:p>
          <a:p>
            <a:r>
              <a:t>two other arrangements — **do not print a banner diagram** (§6.3).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"one of their leaders" — three books name three men</a:t>
            </a:r>
          </a:p>
          <a:p/>
          <a:p>
            <a:r>
              <a:t>SAY —</a:t>
            </a:r>
          </a:p>
          <a:p>
            <a:r>
              <a:t>1. The armies come into sight — And a call goes along the enemy line.</a:t>
            </a:r>
          </a:p>
          <a:p>
            <a:r>
              <a:t>2. "Today is the day of honour" — If you are routed, your women are taken.</a:t>
            </a:r>
          </a:p>
          <a:p>
            <a:r>
              <a:t>3. "Fight for your own honour" — And protect your women.</a:t>
            </a:r>
          </a:p>
          <a:p>
            <a:r>
              <a:t>   ^ read the Arabic on the face here</a:t>
            </a:r>
          </a:p>
          <a:p>
            <a:r>
              <a:t>4. Who said it — Three books name three different men.</a:t>
            </a:r>
          </a:p>
          <a:p>
            <a:r>
              <a:t>5. What we say — One of their leaders. We do not pick between the three.</a:t>
            </a:r>
          </a:p>
          <a:p/>
          <a:p>
            <a:r>
              <a:t>QUOTE — اليوم يوم الغيرة، اليوم إن هُزمتم تُستنكح النساء سَبيّاتٍ، ويُنكحن غيرَ حظيّاتٍ، فقاتلوا عن أحسابكم، وامنعوا نساءكم.</a:t>
            </a:r>
          </a:p>
          <a:p>
            <a:r>
              <a:t>"Today is the day of honour. Today, if you are routed, the women will be taken as captives and married without being cherished. So fight for your own standing, and protect your women."</a:t>
            </a:r>
          </a:p>
          <a:p>
            <a:r>
              <a:t>— البدایہ والنہایہ ج۷ ص۳۳</a:t>
            </a:r>
          </a:p>
          <a:p/>
          <a:p>
            <a:r>
              <a:t>عبرت — Both sides that day were fighting with their families behind them. That is the whole reason the ground did not give.</a:t>
            </a:r>
          </a:p>
          <a:p/>
          <a:p>
            <a:r>
              <a:t>MAP — The two blocks face each other. Nothing moves yet.</a:t>
            </a:r>
          </a:p>
          <a:p/>
          <a:p>
            <a:r>
              <a:t>BACKGROUND (read at home, not aloud) —</a:t>
            </a:r>
          </a:p>
          <a:p>
            <a:r>
              <a:t>As the two armies came into each other's sight, a call went along the enemy line: today is the day of honour; if you are routed, your women will be taken as captives and married without being asked for; so fight for your own honour, and protect your women. Ibn Kathīr puts those words in Musaylima's own mouth. Ibn al-Athīr gives them to Shuraḥbīl b. Musaylima, and al-Dhahabī to Shuraḥbīl b. Salama. **On the slide, say "one of their leaders".**</a:t>
            </a:r>
          </a:p>
          <a:p/>
          <a:p>
            <a:r>
              <a:t>**Also on the page:** الکامل ج۲ ص۲۱۶ attributes the same words to شرحبيل بن مسيلمة</a:t>
            </a:r>
          </a:p>
          <a:p>
            <a:r>
              <a:t>(https://shamela.ws/book/21712/907); سیر (الراشدون) ص۴۷ to شرحبيل بن سلمة</a:t>
            </a:r>
          </a:p>
          <a:p>
            <a:r>
              <a:t>(https://shamela.ws/book/10906/1195).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Neither book softens the rout. Tell both halves of the protection</a:t>
            </a:r>
          </a:p>
          <a:p/>
          <a:p>
            <a:r>
              <a:t>SAY —</a:t>
            </a:r>
          </a:p>
          <a:p>
            <a:r>
              <a:t>1. The armies collide — And the Muslim line gives way.</a:t>
            </a:r>
          </a:p>
          <a:p>
            <a:r>
              <a:t>2. The bedouin contingents break — The rout is in the books plainly; neither book softens it.</a:t>
            </a:r>
          </a:p>
          <a:p>
            <a:r>
              <a:t>3. Into the commander's own tent — Banū Ḥanīfa came through, and were minded to kill Umm Tamīm ؓ.</a:t>
            </a:r>
          </a:p>
          <a:p>
            <a:r>
              <a:t>4. The prisoner stands up — Mujjāʿa, still in irons, gave her his protection: this is a fine free woman.</a:t>
            </a:r>
          </a:p>
          <a:p>
            <a:r>
              <a:t>   ^ read the Arabic on the face here</a:t>
            </a:r>
          </a:p>
          <a:p>
            <a:r>
              <a:t>5. Later the same day, the mirror — Muslims entered the same tent to kill him, and she gave him hers.</a:t>
            </a:r>
          </a:p>
          <a:p>
            <a:r>
              <a:t>6. Both halves are in the books — On the worst day of the war, each saved the other.</a:t>
            </a:r>
          </a:p>
          <a:p/>
          <a:p>
            <a:r>
              <a:t>QUOTE — فكانت جولة وانهزمتِ الأعرابُ حتى دخلت بنو حنيفة خيمةَ خالد بن الوليد وهمّوا بقتل أم تميم، حتى أجارها مجاعة وقال: نعمتِ الحُرَّةُ هذه.</a:t>
            </a:r>
          </a:p>
          <a:p>
            <a:r>
              <a:t>"There was a rout: the bedouin broke, until Banū Ḥanīfa entered Khālid b. al-Walīd's own tent and were minded to kill Umm Tamīm — until Mujjāʿa gave her his protection and said: This is a fine free woman."</a:t>
            </a:r>
          </a:p>
          <a:p>
            <a:r>
              <a:t>— البدایہ والنہایہ ج۷ ص۳۳</a:t>
            </a:r>
          </a:p>
          <a:p/>
          <a:p>
            <a:r>
              <a:t>عبرت — Each of them saved the other's life on the same day, and the book keeps both halves.</a:t>
            </a:r>
          </a:p>
          <a:p/>
          <a:p>
            <a:r>
              <a:t>MAP — The blue block at عَقْرَباء is pushed **backwards**. A red spike reaches the marker for Khālid's ؓ own tent, behind the line.</a:t>
            </a:r>
          </a:p>
          <a:p/>
          <a:p>
            <a:r>
              <a:t>BACKGROUND (read at home, not aloud) —</a:t>
            </a:r>
          </a:p>
          <a:p>
            <a:r>
              <a:t>The two armies collided, and the Muslim line broke. The bedouin contingents ran, and Banū Ḥanīfa came through them and into Khālid's ؓ own tent, and were going to kill his wife. The prisoner in irons in that tent stood up and gave her his protection: *this is a fine free woman*. Later in the same day, Muslims came into the same tent meaning to kill him, and Umm Tamīm ؓ said: by Allah, he will not be killed — and gave him hers. Each of them saved the other's life on the same day, and the books keep both halves.</a:t>
            </a:r>
          </a:p>
          <a:p/>
          <a:p>
            <a:r>
              <a:t>**The mirror, from سیر:** «فَقَالَتْ أُمُّ تَمِيمٍ: وَاللَّهِ لَا يُقْتَلُ، وَأَجَارَتْهُ» — سیر أعلام النبلاء</a:t>
            </a:r>
          </a:p>
          <a:p>
            <a:r>
              <a:t>(سير الخلفاء الراشدين) ص۴۷ · 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use the ḥadīth attached to him — the editor marks it «⁨ضعيف جدًّا⁩»</a:t>
            </a:r>
          </a:p>
          <a:p/>
          <a:p>
            <a:r>
              <a:t>SAY —</a:t>
            </a:r>
          </a:p>
          <a:p>
            <a:r>
              <a:t>1. Killed in the rout — Zayd b. al-Khaṭṭāb ؓ killed a man named al-Rajjāl b. ʿUnfuwa.</a:t>
            </a:r>
          </a:p>
          <a:p>
            <a:r>
              <a:t>2. Who he was — He had come to the Prophet ﷺ and had recited the Qurʾān.</a:t>
            </a:r>
          </a:p>
          <a:p>
            <a:r>
              <a:t>3. What he was sent to do — Abū Bakr ؓ sent him to al-Yamāma to hold the people to Islam.</a:t>
            </a:r>
          </a:p>
          <a:p>
            <a:r>
              <a:t>4. What he did instead — He testified that the Prophet ﷺ had made Musaylima a partner in the matter.</a:t>
            </a:r>
          </a:p>
          <a:p>
            <a:r>
              <a:t>5. And they believed him — Because of who was saying it, not because of what was said.</a:t>
            </a:r>
          </a:p>
          <a:p>
            <a:r>
              <a:t>   ^ read the Arabic on the face here</a:t>
            </a:r>
          </a:p>
          <a:p>
            <a:r>
              <a:t>6. The historians' verdict — He was a greater fitna upon Banū Ḥanīfa than Musaylima himself.</a:t>
            </a:r>
          </a:p>
          <a:p/>
          <a:p>
            <a:r>
              <a:t>QUOTE — فَكَانَ أَعْظَمَ فِتْنَةً عَلَى بَنِي حَنِيفَةَ مِنْ مُسَيْلِمَةَ، شَهِدَ أَنَّ مُحَمَّدًا - صَلَّى اللَّهُ عَلَيْهِ وَسَلَّمَ - يَقُولُ: إِنَّ مُسَيْلِمَةَ قَدْ أُشْرِكَ مَعَهُ، فَصَدَّقُوهُ وَاسْتَجَابُوا لَهُ</a:t>
            </a:r>
          </a:p>
          <a:p>
            <a:r>
              <a:t>"He was a greater fitna upon Banū Ḥanīfa than Musaylima. He testified that Muḥammad ﷺ said that Musaylima had been made a partner with him — and they believed him and answered him."</a:t>
            </a:r>
          </a:p>
          <a:p>
            <a:r>
              <a:t>— الکامل فی التاریخ ج۲ ص۲۱۵</a:t>
            </a:r>
          </a:p>
          <a:p/>
          <a:p>
            <a:r>
              <a:t>عبرت — The false prophet needed someone with the Qurʾān to vouch for him, and that man did more damage than he did.</a:t>
            </a:r>
          </a:p>
          <a:p/>
          <a:p>
            <a:r>
              <a:t>HANDS UP — Before beat 5: *"Why would a whole tribe believe it from him?"*</a:t>
            </a:r>
          </a:p>
          <a:p/>
          <a:p>
            <a:r>
              <a:t>MAP — No movement. Hold on the broken line.</a:t>
            </a:r>
          </a:p>
          <a:p/>
          <a:p>
            <a:r>
              <a:t>**Also on the page:** «وقد قُتل الرَّجَّالُ بن عنفوة … في هذه الجولة، قتله زيدُ بن الخطاب» and</a:t>
            </a:r>
          </a:p>
          <a:p>
            <a:r>
              <a:t>«فكانت فتنةُ الرجَّال أَعظمَ من فتنة مسيلمة» — البدایہ ج۷ ص۳۳ · https://shamela.ws/book/30097/3179.</a:t>
            </a:r>
          </a:p>
          <a:p>
            <a:r>
              <a:t>⚠ **البدایہ ج۷ ص۳۲–۳۳ attaches a ḥadīth to him which the editor there marks «وإسناده ضعيف جدًّا».</a:t>
            </a:r>
          </a:p>
          <a:p>
            <a:r>
              <a:t>Do not use the ḥadīth.** The bare fact is in both books and is enough.</a:t>
            </a:r>
          </a:p>
          <a:p/>
          <a:p>
            <a:r>
              <a:t>BACKGROUND (read at home, not aloud) —</a:t>
            </a:r>
          </a:p>
          <a:p>
            <a:r>
              <a:t>In that same rout, Zayd b. al-Khaṭṭāb ؓ killed a man named al-Rajjāl b. ʿUnfuwa. He was not a man of Banū Ḥanīfa's making. He had come to the Prophet ﷺ, he had recited the Qurʾān, and Abū Bakr ؓ had sent him to al-Yamāma precisely to hold the people to Islam. Instead he testified that the Prophet ﷺ had said Musaylima was made a partner with him in the matter — and because it was he who said it, they believed him. Ibn al-Athīr's verdict: he was a greater fitna upon Banū Ḥanīfa than Musaylima was. Ibn Kathīr says the same in his own words.</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re-formed the line was what the men had memorised</a:t>
            </a:r>
          </a:p>
          <a:p/>
          <a:p>
            <a:r>
              <a:t>SAY —</a:t>
            </a:r>
          </a:p>
          <a:p>
            <a:r>
              <a:t>1. The line has broken — And the Companions begin calling to one another across the field.</a:t>
            </a:r>
          </a:p>
          <a:p>
            <a:r>
              <a:t>2. "Set us clear, Khālid!" — The call goes up from every side.</a:t>
            </a:r>
          </a:p>
          <a:p>
            <a:r>
              <a:t>3. A company cuts its way through — Muhājirūn and Anṣār, forcing a way clear.</a:t>
            </a:r>
          </a:p>
          <a:p>
            <a:r>
              <a:t>4. And they call each other by a sūra — People of Sūrat al-Baqara: today the sorcery is undone.</a:t>
            </a:r>
          </a:p>
          <a:p>
            <a:r>
              <a:t>   ^ read the Arabic on the face here</a:t>
            </a:r>
          </a:p>
          <a:p>
            <a:r>
              <a:t>5. What re-formed the army — Not an order. Men naming each other by what they had memorised.</a:t>
            </a:r>
          </a:p>
          <a:p/>
          <a:p>
            <a:r>
              <a:t>QUOTE — وجعلت الصحابة يتواصَون بينهم ويقولون: يا أصحاب سورةِ البقرةِ، بَطلَ السِّحْرُ اليوم</a:t>
            </a:r>
          </a:p>
          <a:p>
            <a:r>
              <a:t>"And the Companions began enjoining one another, saying: People of Sūrat al-Baqara — today the sorcery is undone."</a:t>
            </a:r>
          </a:p>
          <a:p>
            <a:r>
              <a:t>— البدایہ والنہایہ ج۷ ص۳۳</a:t>
            </a:r>
          </a:p>
          <a:p/>
          <a:p>
            <a:r>
              <a:t>عبرت — When the line broke, what re-formed it was what the men had memorised.</a:t>
            </a:r>
          </a:p>
          <a:p/>
          <a:p>
            <a:r>
              <a:t>MAP — The blue block stops going backwards and begins to re-form.</a:t>
            </a:r>
          </a:p>
          <a:p/>
          <a:p>
            <a:r>
              <a:t>BACKGROUND (read at home, not aloud) —</a:t>
            </a:r>
          </a:p>
          <a:p>
            <a:r>
              <a:t>With the line broken, the Companions began calling to each other across the field. From every side they called to Khālid ؓ to clear them a way through. And they began enjoining one another by the thing they had in common that the bedouin contingents did not: *People of Sūrat al-Baqara — today the sorcery is undone.* The army was re-formed by men calling each other by what they had memorised.</a:t>
            </a:r>
          </a:p>
          <a:p/>
          <a:p>
            <a:r>
              <a:t>**Also on the page:** «ونادَوْا من كل جانب: أخلصنا يا خالد» — *"and they called from every side: set us</a:t>
            </a:r>
          </a:p>
          <a:p>
            <a:r>
              <a:t>clear, Khālid!"* (البدایہ ج۷ ص۳۳ · 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2845⁩. Give his notice first — ⁨خطيب الأنصار⁩ — and the room closes the loop from #2 itself</a:t>
            </a:r>
          </a:p>
          <a:p/>
          <a:p>
            <a:r>
              <a:t>SAY —</a:t>
            </a:r>
          </a:p>
          <a:p>
            <a:r>
              <a:t>1. Who he was — Thābit b. Qays ؓ, the orator of the Anṣār, at Uḥud and Bayʿat al-Riḍwān, carrying their banner.</a:t>
            </a:r>
          </a:p>
          <a:p>
            <a:r>
              <a:t>2. Anas ؓ finds him — While the line is going backwards, he is perfuming himself with ḥanūṭ.</a:t>
            </a:r>
          </a:p>
          <a:p>
            <a:r>
              <a:t>3. He is putting on his shroud — The two white garments he was buried in.</a:t>
            </a:r>
          </a:p>
          <a:p>
            <a:r>
              <a:t>4. "In a moment, nephew" — Asked whether he can see what is happening.</a:t>
            </a:r>
          </a:p>
          <a:p>
            <a:r>
              <a:t>5. Then he comes forward — Past the men falling back: get out of our faces so we can strike them.</a:t>
            </a:r>
          </a:p>
          <a:p>
            <a:r>
              <a:t>6. "This is not how we used to fight with the Messenger of Allah ﷺ" — Said to a generation that knew exactly what he meant.</a:t>
            </a:r>
          </a:p>
          <a:p>
            <a:r>
              <a:t>   ^ read the Arabic on the face here</a:t>
            </a:r>
          </a:p>
          <a:p>
            <a:r>
              <a:t>7. He digs his feet in — Holding the Anṣār's banner, to the middle of his shins, and did not move.</a:t>
            </a:r>
          </a:p>
          <a:p>
            <a:r>
              <a:t>8. And was killed there — He never left the spot.</a:t>
            </a:r>
          </a:p>
          <a:p/>
          <a:p>
            <a:r>
              <a:t>QUOTE — هَكَذَا عَنْ وُجُوْهِنَا نُقَارِعُ القَوْمَ، بِئْسَ مَا عَوَّدْتُم أَقْرَانَكُم، مَا هَكَذَا كُنَّا نُقَاتِلُ مَعَ رَسُوْلِ اللهِ ﷺ.</a:t>
            </a:r>
          </a:p>
          <a:p>
            <a:r>
              <a:t>"Get out of our faces so we can strike the enemy. Wretched is what you have accustomed your opponents to! This is not how we used to fight alongside the Messenger of Allah ﷺ."</a:t>
            </a:r>
          </a:p>
          <a:p>
            <a:r>
              <a:t>— سیر أعلام النبلاء ج۱ ص۳۱۱ — **صحيح البخاري ٢٨٤٥**</a:t>
            </a:r>
          </a:p>
          <a:p/>
          <a:p>
            <a:r>
              <a:t>عبرت — He did not tell them what to do; he told them what they had already been.</a:t>
            </a:r>
          </a:p>
          <a:p/>
          <a:p>
            <a:r>
              <a:t>MAP — No movement. Hold the map still on عَقْرَباء for this card.</a:t>
            </a:r>
          </a:p>
          <a:p/>
          <a:p>
            <a:r>
              <a:t>BACKGROUND (read at home, not aloud) —</a:t>
            </a:r>
          </a:p>
          <a:p>
            <a:r>
              <a:t>Thābit b. Qays b. Shammās ؓ was the orator of the Anṣār — of the Khazraj, brother by his mother to ʿAbdallāh b. Rawāḥa ؓ; not at Badr, and at Uḥud and at Bayʿat al-Riḍwān. He carried the Anṣār's banner that day. 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told them to get out of his way, and said the thing everyone in that generation would have understood: this is not how we used to fight alongside the Messenger of Allah ﷺ. Then he took the Anṣār's banner, dug his feet into the ground to the middle of his shins, and did not move from there until he was killed.</a:t>
            </a:r>
          </a:p>
          <a:p/>
          <a:p>
            <a:r>
              <a:t>**His تراجم notice, for the one breath:**</a:t>
            </a:r>
          </a:p>
          <a:p/>
          <a:p>
            <a:r>
              <a:t>&gt; خَطِيْبُ الأَنْصَارِ، كَانَ مِنْ نُجَبَاءِ أَصْحَابِ مُحَمَّدٍ -صَلَّى اللَّهُ عَلَيْهِ وَسَلَّمَ- وَلَمْ يَشْهَدْ بَدْراً، شَهِدَ أُحُداً، وَبَيْعَةَ الرُّضْوَانِ.</a:t>
            </a:r>
          </a:p>
          <a:p>
            <a:r>
              <a:t>&gt; — سیر أعلام النبلاء ج۱ ص۳۰۹ · https://shamela.ws/book/10906/1735</a:t>
            </a:r>
          </a:p>
          <a:p>
            <a:r>
              <a:t>&gt; *English:* "The orator of the Anṣār. He was among the noblest of Muḥammad's ﷺ Companions. He was</a:t>
            </a:r>
          </a:p>
          <a:p>
            <a:r>
              <a:t>&gt; not at Badr; he was at Uḥud and at Bayʿat al-Riḍwān."</a:t>
            </a:r>
          </a:p>
          <a:p/>
          <a:p>
            <a:r>
              <a:t>His mother's other sons were عبد الله بن رواحة ؓ and عمرة بنت رواحة (same page). **He is also the</a:t>
            </a:r>
          </a:p>
          <a:p>
            <a:r>
              <a:t>Companion standing beside the Prophet ﷺ in `ATA/E-TB16`** — tell that card first and let the room make</a:t>
            </a:r>
          </a:p>
          <a:p>
            <a:r>
              <a:t>the connection itself.</a:t>
            </a:r>
          </a:p>
          <a:p>
            <a:r>
              <a:t>**Also on the page:** الکامل ج۲ ص۲۱۷ has him adding that he dissociated himself before Allah from what</a:t>
            </a:r>
          </a:p>
          <a:p>
            <a:r>
              <a:t>**both** armies were doing that day. And البدایہ ج۷ ص۳۳–۳۴ has him holding the position: «وحفر ثابتُ</a:t>
            </a:r>
          </a:p>
          <a:p>
            <a:r>
              <a:t>بن قيس لقدميه في الأرض إلى أنصافِ ساقَيْه، وهو حاملُ لواءِ الأنصارِ بعدما تحنَّطَ وَتكفَّنَ»</a:t>
            </a:r>
          </a:p>
          <a:p>
            <a:r>
              <a:t>(https://shamela.ws/book/30097/3179).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One sentence of the ⁨سیر⁩ notice, not the whole of it</a:t>
            </a:r>
          </a:p>
          <a:p/>
          <a:p>
            <a:r>
              <a:t>SAY —</a:t>
            </a:r>
          </a:p>
          <a:p>
            <a:r>
              <a:t>1. The question put to him — Do you fear we shall be broken from your side?</a:t>
            </a:r>
          </a:p>
          <a:p>
            <a:r>
              <a:t>2. His answer — A wretched bearer of the Qurʾān I should be, then.</a:t>
            </a:r>
          </a:p>
          <a:p>
            <a:r>
              <a:t>   ^ read the Arabic on the face here</a:t>
            </a:r>
          </a:p>
          <a:p>
            <a:r>
              <a:t>3. Who he was — The freedman of Abū Ḥudhayfa ؓ, and the best reciter among the Muhājirūn.</a:t>
            </a:r>
          </a:p>
          <a:p>
            <a:r>
              <a:t>4. He led them in prayer at Qubāʾ — Before the Prophet ﷺ arrived, because he carried the most Qurʾān.</a:t>
            </a:r>
          </a:p>
          <a:p>
            <a:r>
              <a:t>5. The Prophet ﷺ went out at night to listen to him — One line, and the room knows what was lost.</a:t>
            </a:r>
          </a:p>
          <a:p>
            <a:r>
              <a:t>6. He was killed there — Holding the banner he had been asked about.</a:t>
            </a:r>
          </a:p>
          <a:p/>
          <a:p>
            <a:r>
              <a:t>QUOTE — وقال المهاجرون لسالم مولى أبي حذيفة: أتخشى أن نؤتى من قبلك؟ فقال: بئس حامل القرآن أنا إذًا.</a:t>
            </a:r>
          </a:p>
          <a:p>
            <a:r>
              <a:t>"The Muhājirūn said to Sālim, the freedman of Abū Ḥudhayfa: Do you fear we shall be broken from your side? He said: A wretched bearer of the Qurʾān I should be, then."</a:t>
            </a:r>
          </a:p>
          <a:p>
            <a:r>
              <a:t>— البدایہ والنہایہ ج۷ ص۳۴</a:t>
            </a:r>
          </a:p>
          <a:p/>
          <a:p>
            <a:r>
              <a:t>عبرت — He answered a question about the battle line with a statement about the Qurʾān, and the two were the same answer.</a:t>
            </a:r>
          </a:p>
          <a:p/>
          <a:p>
            <a:r>
              <a:t>MAP — No movement. The Muhājirūn's banner, held.</a:t>
            </a:r>
          </a:p>
          <a:p/>
          <a:p>
            <a:r>
              <a:t>BACKGROUND (read at home, not aloud) —</a:t>
            </a:r>
          </a:p>
          <a:p>
            <a:r>
              <a:t>The Muhājirūn asked the man holding their banner whether he was afraid the line would be broken from his side. Sālim ؓ, the freedman of Abū Ḥudhayfa ؓ, answered in six words: a wretched bearer of the Qurʾān I should be, then. This is the man the Prophet ﷺ went out at night to listen to, and the man who had led the Muhājirūn in prayer at Qubāʾ before the Prophet ﷺ arrived, because he carried more of the Qurʾān than any of them. He was killed on that field.</a:t>
            </a:r>
          </a:p>
          <a:p/>
          <a:p>
            <a:r>
              <a:t>**Also in the books:** سیر ج۱ ص۱۶۸ — the Prophet ﷺ went out at night to the voice and found it was</a:t>
            </a:r>
          </a:p>
          <a:p>
            <a:r>
              <a:t>Sālim ؓ, and said «الحَمْدُ لِلِّهِ الَّذِي جَعَلَ فِي أُمَّتِي مِثْلَكَ»; al-Dhahabī grades the chain «إسناده جيد».</a:t>
            </a:r>
          </a:p>
          <a:p>
            <a:r>
              <a:t>Use one sentence of this, not the whole notice.</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ʿUmar's ؓ elder brother. This is where #15's loop closes. ʿUmar's ؓ grief for him is told on evening 5, with the dead of al-Yamāma</a:t>
            </a:r>
          </a:p>
          <a:p/>
          <a:p>
            <a:r>
              <a:t>SAY —</a:t>
            </a:r>
          </a:p>
          <a:p>
            <a:r>
              <a:t>1. Who he was — ʿUmar's ؓ elder brother, Muslim before ʿUmar ؓ was, holding one wing.</a:t>
            </a:r>
          </a:p>
          <a:p>
            <a:r>
              <a:t>2. "Bite down on your back teeth" — Strike into your enemy, and go forward.</a:t>
            </a:r>
          </a:p>
          <a:p>
            <a:r>
              <a:t>3. And then the vow — I will not speak until Allah routs them.</a:t>
            </a:r>
          </a:p>
          <a:p>
            <a:r>
              <a:t>4. "Or I meet Allah and speak to Him with my case" — He said nothing more that day.</a:t>
            </a:r>
          </a:p>
          <a:p>
            <a:r>
              <a:t>   ^ read the Arabic on the face here</a:t>
            </a:r>
          </a:p>
          <a:p>
            <a:r>
              <a:t>5. He was killed there — A martyr, on that wing.</a:t>
            </a:r>
          </a:p>
          <a:p/>
          <a:p>
            <a:r>
              <a:t>QUOTE — أيها الناس عَضُّوا على أضراسكم، واضربوا في عدوِّكم وامضوا قدمًا … والله لا أتكلَّمُ حتى يهزمهم اللهُ أو ألقىَ اللهَ فأكلِّمه بحجَّتي</a:t>
            </a:r>
          </a:p>
          <a:p>
            <a:r>
              <a:t>"People — bite down on your back teeth, strike into your enemy and go forward … By Allah, I will not speak until Allah routs them, or I meet Allah and speak to Him with my case."</a:t>
            </a:r>
          </a:p>
          <a:p>
            <a:r>
              <a:t>— البدایہ والنہایہ ج۷ ص۳۴</a:t>
            </a:r>
          </a:p>
          <a:p/>
          <a:p>
            <a:r>
              <a:t>عبرت — He put his own silence on the outcome, and did not live to break it.</a:t>
            </a:r>
          </a:p>
          <a:p/>
          <a:p>
            <a:r>
              <a:t>MAP — No movement. One wing of the blue block.</a:t>
            </a:r>
          </a:p>
          <a:p/>
          <a:p>
            <a:r>
              <a:t>BACKGROUND (read at home, not aloud) —</a:t>
            </a:r>
          </a:p>
          <a:p>
            <a:r>
              <a:t>ʿUmar's ؓ elder brother — Muslim before ʿUmar ؓ was — held one of the wings. He called out to the men to bite down on their back teeth, strike into the enemy and go forward. Then he said that he would not speak another word until Allah routed them, or until he met Allah and put his case to Him. And he was killed there.</a:t>
            </a:r>
          </a:p>
          <a:p/>
          <a:p>
            <a:r>
              <a:t>**Also on the page:** الکامل ج۲ ص۲۱۷ adds «لَا نَحُورُ بَعْدَ الرِّجَالِ» and «غُضُّوا أَبْصَارَكُمْ»</a:t>
            </a:r>
          </a:p>
          <a:p>
            <a:r>
              <a:t>(https://shamela.ws/book/21712/908). ʿUmar's ؓ grief for him is carried by the people strand</a:t>
            </a:r>
          </a:p>
          <a:p>
            <a:r>
              <a:t>(`zayd-ibn-al-khattab-and-the-dead-of-yamama.md`), and by `RCT/E-RC23`.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Three men, three answers, all three about the Qurʾān</a:t>
            </a:r>
          </a:p>
          <a:p/>
          <a:p>
            <a:r>
              <a:t>SAY —</a:t>
            </a:r>
          </a:p>
          <a:p>
            <a:r>
              <a:t>1. The other wing — Abū Ḥudhayfa ؓ, whose own father fell at Badr on the other side.</a:t>
            </a:r>
          </a:p>
          <a:p>
            <a:r>
              <a:t>2. One line to the men around him — People of the Qurʾān: adorn the Qurʾān with deeds.</a:t>
            </a:r>
          </a:p>
          <a:p>
            <a:r>
              <a:t>   ^ read the Arabic on the face here</a:t>
            </a:r>
          </a:p>
          <a:p>
            <a:r>
              <a:t>3. Then he charged — Until he had driven them back.</a:t>
            </a:r>
          </a:p>
          <a:p>
            <a:r>
              <a:t>4. And was killed — On the same field, on the same day as Sālim ؓ.</a:t>
            </a:r>
          </a:p>
          <a:p>
            <a:r>
              <a:t>5. Master and freedman — The two of them are buried out of the same battle.</a:t>
            </a:r>
          </a:p>
          <a:p/>
          <a:p>
            <a:r>
              <a:t>QUOTE — يا أهلَ القرآنِ زيِّنوا القرآنَ بالفِعال</a:t>
            </a:r>
          </a:p>
          <a:p>
            <a:r>
              <a:t>"People of the Qurʾān — adorn the Qurʾān with deeds."</a:t>
            </a:r>
          </a:p>
          <a:p>
            <a:r>
              <a:t>— البدایہ والنہایہ ج۷ ص۳۴</a:t>
            </a:r>
          </a:p>
          <a:p/>
          <a:p>
            <a:r>
              <a:t>عبرت — Three men that morning answered the same question three ways, and all three answers were about the Qurʾān.</a:t>
            </a:r>
          </a:p>
          <a:p/>
          <a:p>
            <a:r>
              <a:t>MAP — No movement. The other wing.</a:t>
            </a:r>
          </a:p>
          <a:p/>
          <a:p>
            <a:r>
              <a:t>BACKGROUND (read at home, not aloud) —</a:t>
            </a:r>
          </a:p>
          <a:p>
            <a:r>
              <a:t>On the other wing, Abū Ḥudhayfa ؓ — whose own father had been killed at Badr fighting against the Muslims — called out one line to the men around him: people of the Qurʾān, adorn the Qurʾān with deeds. Then he charged into them until he had driven them back, and he was killed. He and Sālim ؓ, his freedman, died on the same field on the same day.</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watchword «⁨يا محمداه⁩» is off the face and off the cue (review, 2026-09-22): in this country it is a proof-text in a live dispute. It stays in the notes; say it only as the army's battle-cry, recorded as history, or not at all. Prepared answer: QABANK.md §6.11</a:t>
            </a:r>
          </a:p>
          <a:p/>
          <a:p>
            <a:r>
              <a:t>SAY —</a:t>
            </a:r>
          </a:p>
          <a:p>
            <a:r>
              <a:t>1. He rides the length of the line — Past them, opposite Musaylima, watching for a chance at him.</a:t>
            </a:r>
          </a:p>
          <a:p>
            <a:r>
              <a:t>2. Then he stands in the gap — Between the two armies, and calls for single combat.</a:t>
            </a:r>
          </a:p>
          <a:p>
            <a:r>
              <a:t>3. He names himself — I am the son of al-Walīd the seasoned; I am the son of ʿĀmir and Zayd.</a:t>
            </a:r>
          </a:p>
          <a:p>
            <a:r>
              <a:t>4. And calls the watchword — Their watchword that day was: Yā Muḥammadāh.</a:t>
            </a:r>
          </a:p>
          <a:p>
            <a:r>
              <a:t>   ^ read the Arabic on the face here</a:t>
            </a:r>
          </a:p>
          <a:p>
            <a:r>
              <a:t>5. No one came out to him and lived — The books say it plainly.</a:t>
            </a:r>
          </a:p>
          <a:p>
            <a:r>
              <a:t>6. And he had offered terms first — He came near Musaylima and offered him a return to the truth. Refused.</a:t>
            </a:r>
          </a:p>
          <a:p/>
          <a:p>
            <a:r>
              <a:t>QUOTE — أنا ابن الوليد العَوْد، أنا ابن عامر وزيد، ثم نادى بشعار المسلمين - وكان شعارهم يومئذ: يا محمداه - وجعل لا يبرز لهم أحدٌ إلا قتله</a:t>
            </a:r>
          </a:p>
          <a:p>
            <a:r>
              <a:t>"I am the son of al-Walīd the seasoned; I am the son of ʿĀmir and Zayd — then he called out the Muslims' watchword, and their watchword that day was: Yā Muḥammadāh! — and no one came out against him but he killed him."</a:t>
            </a:r>
          </a:p>
          <a:p>
            <a:r>
              <a:t>— البدایہ والنہایہ ج۷ ص۳۴</a:t>
            </a:r>
          </a:p>
          <a:p/>
          <a:p>
            <a:r>
              <a:t>عبرت — He offered terms in the middle of the worst day of the war, and it is recorded that they were refused.</a:t>
            </a:r>
          </a:p>
          <a:p/>
          <a:p>
            <a:r>
              <a:t>MAP — A single marker in the gap between the two blocks.</a:t>
            </a:r>
          </a:p>
          <a:p/>
          <a:p>
            <a:r>
              <a:t>BACKGROUND (read at home, not aloud) —</a:t>
            </a:r>
          </a:p>
          <a:p>
            <a:r>
              <a:t>Khālid ؓ charged through until he was past them, rode along opposite Musaylima watching for a chance to reach him, then came back and stood in the gap between the two lines and called for single combat, naming his own father and his own people. Then he called out the Muslims' watchword for that day — *Yā Muḥammadāh* — and no one came out to him whom he did not kill. And before the fighting closed, he came near Musaylima and offered him terms and a return to the truth. It was refused.</a:t>
            </a:r>
          </a:p>
          <a:p/>
          <a:p>
            <a:r>
              <a:t>**Also on the page:** «ثم اقترب من مسيلمة، فعرض عليه النَّصَفَ والرجوع إلى الحق» — *"then he drew near</a:t>
            </a:r>
          </a:p>
          <a:p>
            <a:r>
              <a:t>Musaylima and offered him fair terms and a return to the truth"* (البدایہ ج۷ ص۳۴ ·</a:t>
            </a:r>
          </a:p>
          <a:p>
            <a:r>
              <a:t>https://shamela.ws/book/30097/3180).</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line is breaking and you do not know where. What do you change?"*</a:t>
            </a:r>
          </a:p>
          <a:p/>
          <a:p>
            <a:r>
              <a:t>MAP: tools/mapstudio/scenes/s04-07-aqraba.json at step 5,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"The line is breaking and you do not know where. What do you change?" — ask it before you click to the map, which shows the answer. The face title is Every clan under its own banner: the day is not yet decided at STOP C</a:t>
            </a:r>
          </a:p>
          <a:p/>
          <a:p>
            <a:r>
              <a:t>SAY —</a:t>
            </a:r>
          </a:p>
          <a:p>
            <a:r>
              <a:t>1. He looks at the state of his men — And gives an order that has nothing to do with weapons.</a:t>
            </a:r>
          </a:p>
          <a:p>
            <a:r>
              <a:t>2. "Separate out" — Every clan under its own banner, fighting under it.</a:t>
            </a:r>
          </a:p>
          <a:p>
            <a:r>
              <a:t>3. Why — So we may know what each clan is worth, and where we are being broken.</a:t>
            </a:r>
          </a:p>
          <a:p>
            <a:r>
              <a:t>4. They separated — Muhājirūn, Anṣār, and every tribe under its own.</a:t>
            </a:r>
          </a:p>
          <a:p>
            <a:r>
              <a:t>5. And then they said it to each other — Today, running is shameful.</a:t>
            </a:r>
          </a:p>
          <a:p>
            <a:r>
              <a:t>   ^ read the Arabic on the face here</a:t>
            </a:r>
          </a:p>
          <a:p>
            <a:r>
              <a:t>6. The honest coda — The books do not settle which clan fought hardest.</a:t>
            </a:r>
          </a:p>
          <a:p/>
          <a:p>
            <a:r>
              <a:t>QUOTE — امْتَازُوا أَيُّهَا النَّاسُ لِنَعْلَمَ بَلَاءَ كُلِّ حَيٍّ، وَلِنَعْلَمَ مِنْ أَيْنَ نُؤْتَى … فَلَمَّا امْتَازُوا قَالَ بَعْضُهُمْ لِبَعْضٍ: الْيَوْمَ يُسْتَحَى مِنَ الْفِرَارِ.</a:t>
            </a:r>
          </a:p>
          <a:p>
            <a:r>
              <a:t>"Separate out, people, so we may know what each clan is worth, and know from where we are being broken … and when they had separated, they said to one another: Today, running is shameful."</a:t>
            </a:r>
          </a:p>
          <a:p>
            <a:r>
              <a:t>— الکامل فی التاریخ ج۲ ص۲۱۷</a:t>
            </a:r>
          </a:p>
          <a:p/>
          <a:p>
            <a:r>
              <a:t>عبرت — He did not make them braver; he made it impossible for anyone's failure to be anonymous.</a:t>
            </a:r>
          </a:p>
          <a:p/>
          <a:p>
            <a:r>
              <a:t>HANDS UP — Before telling it: *"The line is breaking and you do not know where. What do you change?"*</a:t>
            </a:r>
          </a:p>
          <a:p/>
          <a:p>
            <a:r>
              <a:t>MAP — The blue block at عَقْرَباء splits into separate labelled sections — Muhājirūn, Anṣār, and the tribes each under their own banner.</a:t>
            </a:r>
          </a:p>
          <a:p/>
          <a:p>
            <a:r>
              <a:t>**Also on the page:** ⚠ Ibn al-Athīr adds, on the same page, that it did not settle who fought hardest</a:t>
            </a:r>
          </a:p>
          <a:p>
            <a:r>
              <a:t>— only that the dead were more numerous among the Muhājirūn, the Anṣār and the townsmen than among</a:t>
            </a:r>
          </a:p>
          <a:p>
            <a:r>
              <a:t>the bedouin: «وَلَمْ يُدْرَ أَيُّ الْفَرِيقَيْنِ كَانَ أَعْظَمَ نِكَايَةً». And البدایہ ج۷ ص۳۴ gives the same order</a:t>
            </a:r>
          </a:p>
          <a:p>
            <a:r>
              <a:t>in narrative — «وقد ميز خالد المهاجرين من الأنصار من الأعراب، وكل بني أبٍ على رايتهم، يقاتلون تحتها،</a:t>
            </a:r>
          </a:p>
          <a:p>
            <a:r>
              <a:t>حتى يعرفَ الناسُ من أين يُؤْتون» (https://shamela.ws/book/30097/3180).</a:t>
            </a:r>
          </a:p>
          <a:p/>
          <a:p>
            <a:r>
              <a:t>BACKGROUND (read at home, not aloud) —</a:t>
            </a:r>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C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tools/mapstudio/scenes/s04-close-stop-c.json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The caliph said out loud that his commander had got it wrong, paid for it, and kept him. Those three are one decision, not three.</a:t>
            </a:r>
          </a:p>
          <a:p>
            <a:r>
              <a:t>3. When the line broke, what re-formed it was what the men had memorised.</a:t>
            </a:r>
          </a:p>
          <a:p>
            <a:r>
              <a:t>4. He did not make them braver; he made it impossible for anyone's failure to be anonymous.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just closed, and we are going on. Where we left it: the line had re-formed, every clan under its own banner, and the day was not decided. Now it is decided — and what comes out of it is the reason you can hold a muṣḥaf tonight.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gate is shut, the wall is solid, and there are thousands inside. What do you do?"*</a:t>
            </a:r>
          </a:p>
          <a:p/>
          <a:p>
            <a:r>
              <a:t>MAP: tools/mapstudio/scenes/s04-07-aqraba.json at step 6,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climax. [HANDS] 4: "The gate is shut, the wall is solid, and there are thousands inside. What do you do?" — ask it before the map slide, which shows the answer. Beat 3 is al-Barāʾ's ؓ notice, in one breath. Gloss the name once — the books call it «⁨حديقة الموت⁩», the Garden of Death (⁨البدایہ ج7 ص34⁩). ⚠ He lived — ⁨سیر⁩ says eighty-odd wounds and a month under Khālid's ؓ care; do not say he died there</a:t>
            </a:r>
          </a:p>
          <a:p/>
          <a:p>
            <a:r>
              <a:t>SAY —</a:t>
            </a:r>
          </a:p>
          <a:p>
            <a:r>
              <a:t>1. The line breaks the other way — Banū Ḥanīfa fall back, and one of their commanders calls them into a walled garden.</a:t>
            </a:r>
          </a:p>
          <a:p>
            <a:r>
              <a:t>2. The gate is shut behind them — Thousands inside, the wall solid; the books call it the Garden of Death.</a:t>
            </a:r>
          </a:p>
          <a:p>
            <a:r>
              <a:t>3. Who al-Barāʾ ؓ was — al-Barāʾ b. Mālik ؓ, the brother of Anas ؓ, the Prophet's ﷺ servant.</a:t>
            </a:r>
          </a:p>
          <a:p>
            <a:r>
              <a:t>4. "Throw me over onto them" — The men refuse. He swears by Allah that they will do it.</a:t>
            </a:r>
          </a:p>
          <a:p>
            <a:r>
              <a:t>   ^ read the Arabic on the face here</a:t>
            </a:r>
          </a:p>
          <a:p>
            <a:r>
              <a:t>5. Over the wall on a shield — Lifted on spear-shafts until he topped it, and he went down among them alone.</a:t>
            </a:r>
          </a:p>
          <a:p>
            <a:r>
              <a:t>6. He opens the gate from the inside — He fought his way to it, and the army came in behind him.</a:t>
            </a:r>
          </a:p>
          <a:p>
            <a:r>
              <a:t>7. What it cost him — Some eighty-odd wounds, and Khālid ؓ stayed a month treating them. He lived.</a:t>
            </a:r>
          </a:p>
          <a:p/>
          <a:p>
            <a:r>
              <a:t>QUOTE — يَا مَعْشَرَ الْمُسْلِمِينَ، أَلْقُونِي عَلَيْهِمْ فِي الْحَدِيقَةِ. فَقَالُوا: لَا نَفْعَلُ، فَقَالَ: وَاللَّهِ لَتَطْرَحُنَّنِي عَلَيْهِمْ بِهَا! … وَقَاتَلَ عَلَى الْبَابِ وَفَتَحَهُ لِلْمُسْلِمِينَ.</a:t>
            </a:r>
          </a:p>
          <a:p>
            <a:r>
              <a:t>"Company of Muslims — throw me over onto them into the garden. They said: we will not. He said: By Allah, you will throw me onto them in it! … And he fought at the gate and opened it for the Muslims."</a:t>
            </a:r>
          </a:p>
          <a:p>
            <a:r>
              <a:t>— الکامل فی التاریخ ج۲ ص۲۱۸</a:t>
            </a:r>
          </a:p>
          <a:p/>
          <a:p>
            <a:r>
              <a:t>عبرت — One man asked to be thrown where nobody could follow him, and the whole army came in behind him through the gate he opened.</a:t>
            </a:r>
          </a:p>
          <a:p/>
          <a:p>
            <a:r>
              <a:t>HANDS UP — Before telling it: *"The gate is shut, the wall is solid, and there are thousands inside. What do you do?"*</a:t>
            </a:r>
          </a:p>
          <a:p/>
          <a:p>
            <a:r>
              <a:t>MAP — The red block collapses back from عَقْرَباء into a small walled enclosure. The gate is drawn shut. Then it opens **from the inside**.</a:t>
            </a:r>
          </a:p>
          <a:p/>
          <a:p>
            <a:r>
              <a:t>**What it cost him — سیر ج۱ ص۱۹۶:** «فَجُرِحَ يَوْمَئِذٍ **بِضْعَةً وَثَمَانِيْنَ جُرْحاً**، وَلِذَلِكَ أَقَامَ</a:t>
            </a:r>
          </a:p>
          <a:p>
            <a:r>
              <a:t>خَالِدُ بنُ الوَلِيْدِ عَلَيْهِ شَهْراً يُدَاوِي جِرَاحَهُ» — *some eighty-odd wounds, and Khālid ؓ stayed a</a:t>
            </a:r>
          </a:p>
          <a:p>
            <a:r>
              <a:t>month over him treating them.* **He survived.** ⚠ Ibn Khaldūn appears to list him among the killed;</a:t>
            </a:r>
          </a:p>
          <a:p>
            <a:r>
              <a:t>سیر contradicts it. **Do not say he died there.**</a:t>
            </a:r>
          </a:p>
          <a:p/>
          <a:p>
            <a:r>
              <a:t>BACKGROUND (read at home, not aloud) —</a:t>
            </a:r>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7,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"a second man came up" — the books name different men. ⚠ Do not use the ⁨سیر⁩ line about "the best of the people of the earth and the worst": it is a ranking claim the room will argue with</a:t>
            </a:r>
          </a:p>
          <a:p/>
          <a:p>
            <a:r>
              <a:t>SAY —</a:t>
            </a:r>
          </a:p>
          <a:p>
            <a:r>
              <a:t>1. They reach him in a gap in the wall — The fighting comes to where Musaylima stood.</a:t>
            </a:r>
          </a:p>
          <a:p>
            <a:r>
              <a:t>2. Waḥshī b. Ḥarb ؓ — The man who had killed Ḥamza ؓ at Uḥud, before he was a Muslim.</a:t>
            </a:r>
          </a:p>
          <a:p>
            <a:r>
              <a:t>3. The javelin, and a second man — It went through him and out the other side; a second man came up and struck, and he fell.</a:t>
            </a:r>
          </a:p>
          <a:p>
            <a:r>
              <a:t>4. A woman cried out from the fort above — At the moment he went down.</a:t>
            </a:r>
          </a:p>
          <a:p>
            <a:r>
              <a:t>5. Khālid ؓ is shown a body — Is this him? "No, by Allah — this one is better than him."</a:t>
            </a:r>
          </a:p>
          <a:p>
            <a:r>
              <a:t>6. What Waḥshī ؓ said afterwards — Not about himself: he never saw men more steadfast in death than Musaylima's companions.</a:t>
            </a:r>
          </a:p>
          <a:p>
            <a:r>
              <a:t>   ^ read the Arabic on the face here</a:t>
            </a:r>
          </a:p>
          <a:p/>
          <a:p>
            <a:r>
              <a:t>QUOTE — وَعَنْ وَحْشِيٍّ، قَالَ: لَمْ أَرَ قَطُّ أَصْبَرَ عَلَى الْمَوْتِ مِنْ أَصْحَابِ مُسَيْلِمَةَ، ثُمَّ ذَكَرَ أَنَّهُ شَارَكَ فِي قَتْلِ مُسَيْلِمَةَ.</a:t>
            </a:r>
          </a:p>
          <a:p>
            <a:r>
              <a:t>"From Waḥshī: I never saw men more steadfast in the face of death than Musaylima's companions — then he mentioned that he had a share in killing Musaylima."</a:t>
            </a:r>
          </a:p>
          <a:p>
            <a:r>
              <a:t>— سیر أعلام النبلاء (سير الخلفاء الراشدين) ص۴۸</a:t>
            </a:r>
          </a:p>
          <a:p/>
          <a:p>
            <a:r>
              <a:t>عبرت — The man who killed their leader is the one the book quotes praising their courage.</a:t>
            </a:r>
          </a:p>
          <a:p/>
          <a:p>
            <a:r>
              <a:t>MAP — The enclosure fills blue. اليمامة turns from red to blue.</a:t>
            </a:r>
          </a:p>
          <a:p/>
          <a:p>
            <a:r>
              <a:t>⚠ **Sources differ on the second man**: البدایہ ج۷ ص۳۴ names Abū Dujāna ؓ; الکامل ج۲ ص۲۱۸ says only</a:t>
            </a:r>
          </a:p>
          <a:p>
            <a:r>
              <a:t>"a man of the Anṣār". **Say "a second man came up".** ⚠ **Do not use the anonymous saying on the same</a:t>
            </a:r>
          </a:p>
          <a:p>
            <a:r>
              <a:t>سیر page about "the best of the people of the earth and the worst" — it makes a ranking claim the room</a:t>
            </a:r>
          </a:p>
          <a:p>
            <a:r>
              <a:t>will want to argue with.** Use البدایہ's plain apposition instead: *Waḥshī b. Ḥarb ؓ, who had killed</a:t>
            </a:r>
          </a:p>
          <a:p>
            <a:r>
              <a:t>Ḥamza ؓ.*</a:t>
            </a:r>
          </a:p>
          <a:p>
            <a:r>
              <a:t>**And Khālid ؓ walking the dead with the prisoner** — البدایہ ج۷ ص۳۵: he was shown a body and asked, is</a:t>
            </a:r>
          </a:p>
          <a:p>
            <a:r>
              <a:t>this him? «**لا، والله هذا خيرٌ منه**». Then they came to a small sallow man, and Khālid ؓ said: «**قبَّحكم</a:t>
            </a:r>
          </a:p>
          <a:p>
            <a:r>
              <a:t>الله على اتّباعكم هذا**» — *"May Allah disfigure you for following this."*</a:t>
            </a:r>
          </a:p>
          <a:p/>
          <a:p>
            <a:r>
              <a:t>BACKGROUND (read at home, not aloud) —</a:t>
            </a:r>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Mujjāʿa's third appearance, and the end of his arc. Say it beside evening 2's reprisals (): the same commander, one campaign, both pages</a:t>
            </a:r>
          </a:p>
          <a:p/>
          <a:p>
            <a:r>
              <a:t>SAY —</a:t>
            </a:r>
          </a:p>
          <a:p>
            <a:r>
              <a:t>1. The forts are still holding — The fighting is over, the forts are not, and the army is exhausted.</a:t>
            </a:r>
          </a:p>
          <a:p>
            <a:r>
              <a:t>2. The prisoner is now the negotiator — Mujjāʿa goes in to consult his own people.</a:t>
            </a:r>
          </a:p>
          <a:p>
            <a:r>
              <a:t>3. What he actually did — He put the women and the old men up on the walls in armour.</a:t>
            </a:r>
          </a:p>
          <a:p>
            <a:r>
              <a:t>4. Khālid ؓ looks at the battlements — He sees them full of heads, and settles on terms.</a:t>
            </a:r>
          </a:p>
          <a:p>
            <a:r>
              <a:t>5. The forts open — Inside there are women, children and old men, and nobody else.</a:t>
            </a:r>
          </a:p>
          <a:p>
            <a:r>
              <a:t>6. "You tricked me" — "They are my people, and I could not do other than I did."</a:t>
            </a:r>
          </a:p>
          <a:p>
            <a:r>
              <a:t>7. Then the caliph's letter arrives — Kill every grown man among them. The terms had already been given.</a:t>
            </a:r>
          </a:p>
          <a:p>
            <a:r>
              <a:t>   ^ read the Arabic on the face here</a:t>
            </a:r>
          </a:p>
          <a:p>
            <a:r>
              <a:t>8. He kept faith and did not betray them — The agreement had been made, so it stood.</a:t>
            </a:r>
          </a:p>
          <a:p/>
          <a:p>
            <a:r>
              <a:t>QUOTE — وَوَصَلَ كِتَابُ أَبِي بَكْرٍ إِلَى خَالِدٍ أَنْ يَقْتُلَ كُلَّ مُحْتَلِمٍ، وَكَانَ قَدْ صَالَحَهُمْ، فَوَفَى لَهُمْ وَلَمْ يَغْدِرْ.</a:t>
            </a:r>
          </a:p>
          <a:p>
            <a:r>
              <a:t>"And Abū Bakr's letter reached Khālid, ordering him to kill every man who had reached puberty — but he had already made terms with them, so he kept faith with them and did not betray them."</a:t>
            </a:r>
          </a:p>
          <a:p>
            <a:r>
              <a:t>— الکامل فی التاریخ ج۲ ص۲۱۹</a:t>
            </a:r>
          </a:p>
          <a:p/>
          <a:p>
            <a:r>
              <a:t>عبرت — He had been deceived into the agreement and he kept it anyway, because the agreement had already been made.</a:t>
            </a:r>
          </a:p>
          <a:p/>
          <a:p>
            <a:r>
              <a:t>HANDS UP — Before telling it: *"You have signed terms. Then you find out you were tricked into them. Are you still bound?"*</a:t>
            </a:r>
          </a:p>
          <a:p/>
          <a:p>
            <a:r>
              <a:t>MAP — The forts of اليمامة, ringed and then unringed.</a:t>
            </a:r>
          </a:p>
          <a:p/>
          <a:p>
            <a:r>
              <a:t>BACKGROUND (read at home, not aloud) —</a:t>
            </a:r>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**The exchange:** «**وَيْحَكَ! خَدَعْتَنِي!**» — «**هُمْ قَوْمِي، وَلَمْ أَسْتَطِعْ إِلَّا مَا صَنَعْتُ**»</a:t>
            </a:r>
          </a:p>
          <a:p>
            <a:r>
              <a:t>(الکامل ج۲ ص۲۱۹). ابن خلدون ج۲ ص۵۰۳ confirms the kept treaty independently.</a:t>
            </a:r>
          </a:p>
          <a:p>
            <a:r>
              <a:t>**Pair this card directly with E-RC11.** The same commander, in one campaign: reprisals by fire on</a:t>
            </a:r>
          </a:p>
          <a:p>
            <a:r>
              <a:t>one page, and a treaty honoured against a caliph's written order on another. Say both.</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where #28's silence is answered. ʿUmar's ؓ grief, and his son's reply</a:t>
            </a:r>
          </a:p>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p>
            <a:r>
              <a:t>عبرت — The Companions' grief is recorded as carefully as their victories, and by the same men.</a:t>
            </a:r>
          </a:p>
          <a:p/>
          <a:p>
            <a:r>
              <a:t>MAP — No movement.</a:t>
            </a:r>
          </a:p>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a:p/>
          <a:p>
            <a:r>
              <a:t>WHEN, as the card gives it: 12 AH, ربيع الأول</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hand-off itself, in ⁨الذہبی⁩'s own sentence: Zayd ؓ falls, Sālim ؓ picks the banner up. ⚠ Three books give three different banner arrangements — say only that it changed hands because the man holding it was killed. Never a diagram</a:t>
            </a:r>
          </a:p>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p>
            <a:r>
              <a:t>عبرت — Every man who took it knew what had happened to the man before him.</a:t>
            </a:r>
          </a:p>
          <a:p/>
          <a:p>
            <a:r>
              <a:t>MAP — **عَقْرَباء** — one marker, three hands.</a:t>
            </a:r>
          </a:p>
          <a:p/>
          <a:p>
            <a:r>
              <a:t>⚠ Three books give three different banner arrangements at al-Yamāma. **Do not draw a diagram** —</a:t>
            </a:r>
          </a:p>
          <a:p>
            <a:r>
              <a:t>say only that the banner changed hands because the man holding it was killed.</a:t>
            </a:r>
          </a:p>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met these three at the line: Sālim ؓ with the banner of the Muhājirūn, and on the wings Zayd b. al-Khaṭṭāb ؓ and Abū Ḥudhayfa ؓ. All three were killed on that field. Now we go back to the banner itself — because what the books put next to the order given at Medina is what happened to the man holding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for both men, one breath each: Sālim ؓ, and Abū Ḥudhayfa b. ʿUtba ؓ. ⚠ The four names do not go on the slide — ⁨ابن کثیر⁩ quotes only the opening clause, and the four are ⁨صحیح مسلم⁩ 2464 in the editor's note (QABANK.md §5.3)</a:t>
            </a:r>
          </a:p>
          <a:p/>
          <a:p>
            <a:r>
              <a:t>SAY —</a:t>
            </a:r>
          </a:p>
          <a:p>
            <a:r>
              <a:t>1. Who has just picked up the banner — Sālim ؓ, the freed slave of Abū Ḥudhayfa ؓ, of the household that kept him.</a:t>
            </a:r>
          </a:p>
          <a:p>
            <a:r>
              <a:t>2. Abū Ḥudhayfa ؓ, in one breath — Of Quraysh, son of ʿUtba b. Rabīʿa, a man of Badr, Muslim before the house of al-Arqam.</a:t>
            </a:r>
          </a:p>
          <a:p>
            <a:r>
              <a:t>3. Why the ummah remembers Sālim ؓ — The Prophet ﷺ named four men to take the Qurʾān from, and he was one of them.</a:t>
            </a:r>
          </a:p>
          <a:p>
            <a:r>
              <a:t>   ^ read the Arabic on the face here</a:t>
            </a:r>
          </a:p>
          <a:p>
            <a:r>
              <a:t>4. What that means on this field — The man now holding the banner is one of the four.</a:t>
            </a:r>
          </a:p>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p>
            <a:r>
              <a:t>عبرت — Standing in this matter was decided by what a man carried, and by nothing else about him.</a:t>
            </a:r>
          </a:p>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WHEN, as the card gives it: the Prophet's ﷺ lifetime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Thābit b. Qays ؓ and Sālim ؓ, after the line had been driven back three times. ⚠ The ⁨بخاری⁩-anchored wording of those words belongs to Thābit ؓ (, §7.4(a)) — attribute it that way</a:t>
            </a:r>
          </a:p>
          <a:p/>
          <a:p>
            <a:r>
              <a:t>SAY —</a:t>
            </a:r>
          </a:p>
          <a:p>
            <a:r>
              <a:t>1. Driven back three times — Banū Ḥanīfa had pushed the Muslim line backwards three times.</a:t>
            </a:r>
          </a:p>
          <a:p>
            <a:r>
              <a:t>2. What the two of them said — This is not how we used to fight alongside the Messenger of Allah ﷺ.</a:t>
            </a:r>
          </a:p>
          <a:p>
            <a:r>
              <a:t>   ^ read the Arabic on the face here</a:t>
            </a:r>
          </a:p>
          <a:p>
            <a:r>
              <a:t>3. What they did about it — They dug a pit for themselves, went down into it, and fought from there.</a:t>
            </a:r>
          </a:p>
          <a:p>
            <a:r>
              <a:t>4. Neither came out — Both were killed where they stood.</a:t>
            </a:r>
          </a:p>
          <a:p/>
          <a:p>
            <a:r>
              <a:t>QUOTE — فقال ثابتٌ وسالمٌ مولى أبي حذيفة: ما هكذا كنَّا نقاتلُ مع رسول الله ﷺ، فجعلا لأنفسهما حفرة فدخلا فيها فقاتلا حتى قُتلا</a:t>
            </a:r>
          </a:p>
          <a:p>
            <a:r>
              <a:t>"Thābit and Sālim, the freedman of Abū Ḥudhayfa, said: This is not how we used to fight alongside the Messenger of Allah ﷺ. And the two of them made a pit for themselves and went down into it and fought until they were killed."</a:t>
            </a:r>
          </a:p>
          <a:p>
            <a:r>
              <a:t>— البدایہ والنہایہ ج۷ ص۴۸</a:t>
            </a:r>
          </a:p>
          <a:p/>
          <a:p>
            <a:r>
              <a:t>عبرت — They fixed the line by taking away their own ability to move back from it.</a:t>
            </a:r>
          </a:p>
          <a:p/>
          <a:p>
            <a:r>
              <a:t>MAP — **عَقْرَباء**, the point where the line stopped moving.</a:t>
            </a:r>
          </a:p>
          <a:p/>
          <a:p>
            <a:r>
              <a:t>⚠ The Bukhārī-anchored version of these words (البخاري ٢٨٤٥, via سیر ج۱ ص۳۱۱) belongs to</a:t>
            </a:r>
          </a:p>
          <a:p>
            <a:r>
              <a:t>**ثابت بن قيس ؓ**. Attribute accordingly; see §7.4(a) and RCT `E-RC18`.</a:t>
            </a:r>
          </a:p>
          <a:p/>
          <a:p>
            <a:r>
              <a:t>BACKGROUND (read at home, not aloud) —</a:t>
            </a:r>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right hand, then the left, then the chest. Make the link aloud: the āya he recited is the one Abū Bakr ؓ read out to Medina the day the Prophet ﷺ died — one year before this field</a:t>
            </a:r>
          </a:p>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p>
            <a:r>
              <a:t>عبرت — The verse that steadied Medina in the year eleven is the verse a man recited on the ground in the year twelve.</a:t>
            </a:r>
          </a:p>
          <a:p/>
          <a:p>
            <a:r>
              <a:t>HANDS UP — Before it: "Does anyone remember the āya Abū Bakr ؓ read out the day the Prophet ﷺ died?" — then let the slide answer.</a:t>
            </a:r>
          </a:p>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second man is «⁨فلان⁩» in the source — do not name him. ⚠ No approved source says they were buried in one grave (§10.3 of the note)</a:t>
            </a:r>
          </a:p>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p>
            <a:r>
              <a:t>عبرت — The freed slave's last request was to be put back beside the household that had taken him in.</a:t>
            </a:r>
          </a:p>
          <a:p/>
          <a:p>
            <a:r>
              <a:t>⚠ The second man is **«فلان»** in the source. **Do not name him.** And no approved source says they</a:t>
            </a:r>
          </a:p>
          <a:p>
            <a:r>
              <a:t>were buried in one grave — see §10.3.</a:t>
            </a:r>
          </a:p>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⁨الذہبی⁩ gives this with «⁨وقيل⁩». Carry it across in the delivery: "it is said that…", never "they were found"</a:t>
            </a:r>
          </a:p>
          <a:p/>
          <a:p>
            <a:r>
              <a:t>SAY —</a:t>
            </a:r>
          </a:p>
          <a:p>
            <a:r>
              <a:t>1. How al-Dhahabī رحمہ اللہ gives it — With the words "it is said", which is how a scholar passes something on without vouching for it.</a:t>
            </a:r>
          </a:p>
          <a:p>
            <a:r>
              <a:t>2. What is said — The two were found together, the head of one at the feet of the other.</a:t>
            </a:r>
          </a:p>
          <a:p>
            <a:r>
              <a:t>   ^ read the Arabic on the face here</a:t>
            </a:r>
          </a:p>
          <a:p>
            <a:r>
              <a:t>3. Say it his way — "It is said that…", never "they were found".</a:t>
            </a:r>
          </a:p>
          <a:p>
            <a:r>
              <a:t>4. Where he does vouch — In his roll of that day's martyrs he lists the two of them first, and in that order.</a:t>
            </a:r>
          </a:p>
          <a:p/>
          <a:p>
            <a:r>
              <a:t>QUOTE — وَقِيْلَ: إِنَّ سَالِماً وُجِدَ هُوَ وَمَوْلاَهُ أَبُو حُذَيْفَةَ، رَأْسُ أَحَدِهِمَا عِنْدَ رِجْلَي الآخَرِ صَرِيْعَيْنِ -رَضِيَ اللهُ عَنْهُمَا-</a:t>
            </a:r>
          </a:p>
          <a:p>
            <a:r>
              <a:t>"And it is said: Sālim was found, he and his patron Abū Ḥudhayfa, the head of one of them at the feet of the other, both struck down ؓ."</a:t>
            </a:r>
          </a:p>
          <a:p>
            <a:r>
              <a:t>— سیر أعلام النبلاء ج۱ ص۱۶۹</a:t>
            </a:r>
          </a:p>
          <a:p/>
          <a:p>
            <a:r>
              <a:t>عبرت — The books that list the dead of that day put the master and the freedman on one line.</a:t>
            </a:r>
          </a:p>
          <a:p/>
          <a:p>
            <a:r>
              <a:t>⚠ Carry «وقيل» across into the delivery: *"it is said that…"*, not *"they were found"*.</a:t>
            </a:r>
          </a:p>
          <a:p/>
          <a:p>
            <a:r>
              <a:t>BACKGROUND (read at home, not aloud) —</a:t>
            </a:r>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WHEN, as the card gives it: 12 AH, after اليمامة — reported by الذہبی as «وقيل»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payoff of the whole thread, eleven years on: ⁨عمر ؓ⁩ dying, and the ⁨شوریٰ⁩. ⚠ Say "it is related that…" — Ibn Kathīr's own passive. ⚠ Do not merge the ⁨سیر⁩ ⁨ج1 ص170⁩ version naming Abū ʿUbayda ؓ as well: ⁨الذہبی⁩ weakens its chain on the page</a:t>
            </a:r>
          </a:p>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p>
            <a:r>
              <a:t>عبرت — Eleven years later, the man the Commander of the Faithful wished were still in the room was a freed slave who had died holding a banner.</a:t>
            </a:r>
          </a:p>
          <a:p/>
          <a:p>
            <a:r>
              <a:t>⚠ Say **"it is related that…"** — Ibn Kathīr's own passive. A second, differently worded report in</a:t>
            </a:r>
          </a:p>
          <a:p>
            <a:r>
              <a:t>سیر ج۱ ص۱۷۰ names **both سالم ؓ and أبو عبيدة ؓ**, and **الذہبی weakens its chain on the page**.</a:t>
            </a:r>
          </a:p>
          <a:p>
            <a:r>
              <a:t>Do not merge the two.</a:t>
            </a:r>
          </a:p>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WHEN, as the card gives it: 23 AH, Medina</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read the name of the woman who freed him — the printed page gives it two ways on one page (§4.2). ⚠ ⁨سیر⁩ ⁨ج1 ص169⁩ tells the estate differently: tell one version, captioned to ⁨البدایہ ج7 ص50⁩</a:t>
            </a:r>
          </a:p>
          <a:p/>
          <a:p>
            <a:r>
              <a:t>SAY —</a:t>
            </a:r>
          </a:p>
          <a:p>
            <a:r>
              <a:t>1. He left property and no heir of his own — Under the law of walāʾ it goes to the woman who had freed him.</a:t>
            </a:r>
          </a:p>
          <a:p>
            <a:r>
              <a:t>2. ʿUmar ؓ sends it to her — And she sends it back.</a:t>
            </a:r>
          </a:p>
          <a:p>
            <a:r>
              <a:t>3. Her reason — She had freed him outright, and had never freed him expecting a return.</a:t>
            </a:r>
          </a:p>
          <a:p>
            <a:r>
              <a:t>   ^ read the Arabic on the face here</a:t>
            </a:r>
          </a:p>
          <a:p>
            <a:r>
              <a:t>4. Where it went instead — ʿUmar ؓ put the estate into the treasury.</a:t>
            </a:r>
          </a:p>
          <a:p/>
          <a:p>
            <a:r>
              <a:t>QUOTE — وقد بعثَ عمرُ بميراثه إلى مولاته التي أعْتَقَتْه "بثينة" فردَّتْه وقالتْ: إنّما أعْتَقَتْهُ سائبةٌ، فجعله عمر في بيت المال</a:t>
            </a:r>
          </a:p>
          <a:p>
            <a:r>
              <a:t>"ʿUmar sent his inheritance to the woman who had freed him, Buthayna; and she sent it back and said: I freed him only as sāʾiba. So ʿUmar put it into the treasury." (⚠ The name «بثينة» appears in the printed text here and «ثُبَيْتة» a few lines above it on the same page. **Do not read the name aloud** — say "the woman who had freed him". See §4.2.)</a:t>
            </a:r>
          </a:p>
          <a:p>
            <a:r>
              <a:t>— البدایہ والنہایہ ج۷ ص۵۰</a:t>
            </a:r>
          </a:p>
          <a:p/>
          <a:p>
            <a:r>
              <a:t>عبرت — She had a legal claim on what he left, and she said she had not freed him in order to have one.</a:t>
            </a:r>
          </a:p>
          <a:p/>
          <a:p>
            <a:r>
              <a:t>⚠ **سیر ج۱ ص۱۶۹ tells the same estate differently** (sold for 200 dirhams and given to «أمه»).</a:t>
            </a:r>
          </a:p>
          <a:p>
            <a:r>
              <a:t>**Tell one version only, captioned to البدایہ ج۷ ص۵۰.** See §7.6.</a:t>
            </a:r>
          </a:p>
          <a:p/>
          <a:p>
            <a:r>
              <a:t>BACKGROUND (read at home, not aloud) —</a:t>
            </a:r>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 The people: زيد بن الخطاب ؓ and the dead of اليمامة</a:t>
            </a:r>
          </a:p>
          <a:p/>
          <a:p>
            <a:r>
              <a:t>*Source note: [`zayd-ibn-al-khattab-and-the-dead-of-yamama.md`](../docs/research/zayd-ibn-al-khattab-and-the-dead-of-yamama.md) — read it for the pages behind these cards.*</a:t>
            </a:r>
          </a:p>
          <a:p/>
          <a:p>
            <a:r>
              <a:t>WHEN, as the card gives it: after 12 AH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is the banner. But the banner is not the whole line. The books go through that field name by name, and what they record is not a casualty list — it is households. Here are some of them.</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⁨مؤاخاة⁩ pairing of Zayd ؓ with Maʿn b. ʿAdī ؓ — and the second pair, Abū Ḥudhayfa ؓ with ʿAbbād b. Bishr ؓ. ⚠ The ⁨مؤاخاة⁩'s own year is [CONVENTIONAL-ESTIMATE]: say "when the Muhājirūn arrived", never a year</a:t>
            </a:r>
          </a:p>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p>
            <a:r>
              <a:t>عبرت — The tie was made in a year when they owned nothing, and it was still holding on the day they died.</a:t>
            </a:r>
          </a:p>
          <a:p/>
          <a:p>
            <a:r>
              <a:t>MAP — Two dots — Mecca and Medina — joined by a line; then the line moved intact to عَقْرَباء.</a:t>
            </a:r>
          </a:p>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WHEN, as the card gives it: the مؤاخاة, on the arrival in المدینہ — the approved sources give it no year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Maʿn ؓ on the day the Prophet ﷺ died — and he is one of the two men who met Abū Bakr ؓ and ʿUmar ؓ on the road to the Saqīfa, which evening 1 told. ⚠ Chain honesty (§4.2): ⁨البدایہ ج7 ص54⁩ connected through Ibn ʿUmar ؓ, the ⁨سیر⁩ editor notes the preserved form is ⁨مرسل⁩ from ⁨عروہ⁩ — say so if challenged</a:t>
            </a:r>
          </a:p>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p>
            <a:r>
              <a:t>عبرت — He did not want to be spared what came next; he wanted to be there for it.</a:t>
            </a:r>
          </a:p>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WHEN, as the card gives it: المدینہ 11 AH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5: "The man who killed your brother is standing in front of you, and he is now a Muslim. What is there to say?" ⚠ The sources record no answer from ʿUmar ؓ — do not supply one. ⚠ Give Ibn Kathīr's own handling of the competing report: it is this part's "how do we know?" beat</a:t>
            </a:r>
          </a:p>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p>
            <a:r>
              <a:t>عبرت — He did not ask to be forgiven; he told the brother what he thought Allah had done with both of them.</a:t>
            </a:r>
          </a:p>
          <a:p/>
          <a:p>
            <a:r>
              <a:t>HANDS UP — Before telling it: *"The man who killed your brother is standing in front of you, and he is now a Muslim. What is there to say?"*</a:t>
            </a:r>
          </a:p>
          <a:p/>
          <a:p>
            <a:r>
              <a:t>⚠ **The sources record no answer from ʿUmar ؓ. Do not supply one.** ⚠ Give Ibn Kathīr's own handling</a:t>
            </a:r>
          </a:p>
          <a:p>
            <a:r>
              <a:t>of the competing report — it is the "how do we know?" beat of this act (§2.7).</a:t>
            </a:r>
          </a:p>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WHEN, as the card gives it: اليمامة 12 AH, and afterwards in المدینہ</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Abū ʿAqīl ؓ, a chief of the Anṣār and a man of Badr. ⚠⚠ The long famous version — the night wound, the dead arm, the severed arm, "who won?" — is in NO approved source (§X.2). Tell only the sentence on the card</a:t>
            </a:r>
          </a:p>
          <a:p/>
          <a:p>
            <a:r>
              <a:t>SAY —</a:t>
            </a:r>
          </a:p>
          <a:p>
            <a:r>
              <a:t>1. Who he was — Abū ʿAqīl ؓ, one of the chiefs of the Anṣār and a man of Badr.</a:t>
            </a:r>
          </a:p>
          <a:p>
            <a:r>
              <a:t>2. The arrow — It struck him at al-Yamāma, and he pulled it out himself.</a:t>
            </a:r>
          </a:p>
          <a:p>
            <a:r>
              <a:t>3. What he did next — Bound himself up, took his sword, and went back into the fighting.</a:t>
            </a:r>
          </a:p>
          <a:p>
            <a:r>
              <a:t>4. Afterwards — He fought until he was killed, and many wounds were found on him.</a:t>
            </a:r>
          </a:p>
          <a:p>
            <a:r>
              <a:t>   ^ read the Arabic on the face here</a:t>
            </a:r>
          </a:p>
          <a:p/>
          <a:p>
            <a:r>
              <a:t>QUOTE — أصابه سهم يوم اليمامة فنزعه، وتحزم وأخذ السيف وقاتل حتى قتل، فوجد به جراحات كثيرة.</a:t>
            </a:r>
          </a:p>
          <a:p>
            <a:r>
              <a:t>"An arrow struck him on the day of al-Yamāma and he pulled it out, bound himself up, took his sword and fought until he was killed — and many wounds were found on him."</a:t>
            </a:r>
          </a:p>
          <a:p>
            <a:r>
              <a:t>— سیر أعلام النبلاء (سير الخلفاء الراشدين) ص۶۰</a:t>
            </a:r>
          </a:p>
          <a:p/>
          <a:p>
            <a:r>
              <a:t>عبرت — Nobody carried him out and nobody was asked to.</a:t>
            </a:r>
          </a:p>
          <a:p/>
          <a:p>
            <a:r>
              <a:t>⚠ البدایہ ج۷ ص۵۷ gives the same sentence. ⚠⚠ The long famous version of this account — the night wound, the dead arm, the severed arm, the fourteen wounds, "who won?" — is NOT in any approved source (§X.2). Tell only what is above.</a:t>
            </a:r>
          </a:p>
          <a:p/>
          <a:p>
            <a:r>
              <a:t>MAP — No movement.</a:t>
            </a:r>
          </a:p>
          <a:p/>
          <a:p>
            <a:r>
              <a:t>BACKGROUND (read at home, not aloud) —</a:t>
            </a:r>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Where he died is disputed (⁨سیر⁩/⁨البدایہ⁩: اليمامة; ⁨سیر الراشدون⁩ ص61: ⁨جواثى⁩) — say "in this war". ⚠ Do not print a verse number without checking a ⁨مصحف⁩</a:t>
            </a:r>
          </a:p>
          <a:p/>
          <a:p>
            <a:r>
              <a:t>SAY —</a:t>
            </a:r>
          </a:p>
          <a:p>
            <a:r>
              <a:t>1. Whose son he was — ʿAbdullāh b. ʿAbdullāh b. Ubayy ؓ: his father is the man the Qurʾān calls the head of the hypocrites.</a:t>
            </a:r>
          </a:p>
          <a:p>
            <a:r>
              <a:t>2. What he himself was — A Muslim at Badr and at everything after it; the books call him one of the best of them.</a:t>
            </a:r>
          </a:p>
          <a:p>
            <a:r>
              <a:t>3. Hardest of all people on his own father — And the books record that plainly.</a:t>
            </a:r>
          </a:p>
          <a:p>
            <a:r>
              <a:t>   ^ read the Arabic on the face here</a:t>
            </a:r>
          </a:p>
          <a:p>
            <a:r>
              <a:t>4. At that father's burial — The Prophet ﷺ gave his own shirt and prayed over him, as an honour to the son.</a:t>
            </a:r>
          </a:p>
          <a:p>
            <a:r>
              <a:t>5. A few years later — The son was killed in this war.</a:t>
            </a:r>
          </a:p>
          <a:p/>
          <a:p>
            <a:r>
              <a:t>QUOTE — وكان أبوه رأسَ المنافقين، وكان أشدَّ الناس على أبيه، ولو أذن له رسول الله فيه لضربَ عُنُقه.</a:t>
            </a:r>
          </a:p>
          <a:p>
            <a:r>
              <a:t>"His father was the head of the hypocrites, and he was the hardest of all people on his father — had the Messenger of Allah ﷺ permitted him, he would have struck his neck."</a:t>
            </a:r>
          </a:p>
          <a:p>
            <a:r>
              <a:t>— البدایہ والنہایہ ج۷ ص۵۳</a:t>
            </a:r>
          </a:p>
          <a:p/>
          <a:p>
            <a:r>
              <a:t>عبرت — A man is not his father, and the books are careful to record that they were not confused about it.</a:t>
            </a:r>
          </a:p>
          <a:p/>
          <a:p>
            <a:r>
              <a:t>⚠ **Where he died is disputed: سیر ج۱ ص۳۲۲ and البدایہ ج۷ ص۵۳ say اليمامة; سیر الراشدون ص۶۱ records</a:t>
            </a:r>
          </a:p>
          <a:p>
            <a:r>
              <a:t>a report that it was جواثى. Say "in this war" if the field is not needed.** ⚠ The سیر page prints the</a:t>
            </a:r>
          </a:p>
          <a:p>
            <a:r>
              <a:t>verse reference as [التوبة: ٨٩]; **verify against a مصحف before printing any number.**</a:t>
            </a:r>
          </a:p>
          <a:p/>
          <a:p>
            <a:r>
              <a:t>BACKGROUND (read at home, not aloud) —</a:t>
            </a:r>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fourth man is a son in one source and a grandson in another — say "three men of his own household with him" and do not count them out</a:t>
            </a:r>
          </a:p>
          <a:p/>
          <a:p>
            <a:r>
              <a:t>SAY —</a:t>
            </a:r>
          </a:p>
          <a:p>
            <a:r>
              <a:t>1. Who he was — Ḥazn al-Makhzūmī ؓ of Mecca, grandfather of Saʿīd b. al-Musayyab رحمہ اللہ.</a:t>
            </a:r>
          </a:p>
          <a:p>
            <a:r>
              <a:t>2. The name — The Prophet ﷺ wanted to change it; he would not change a name his parents had given him.</a:t>
            </a:r>
          </a:p>
          <a:p>
            <a:r>
              <a:t>3. How the report ends — So the roughness never left us.</a:t>
            </a:r>
          </a:p>
          <a:p>
            <a:r>
              <a:t>   ^ read the Arabic on the face here</a:t>
            </a:r>
          </a:p>
          <a:p>
            <a:r>
              <a:t>4. At al-Yamāma — He was killed, and three men of his own household with him.</a:t>
            </a:r>
          </a:p>
          <a:p/>
          <a:p>
            <a:r>
              <a:t>QUOTE — 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a:p>
            <a:r>
              <a:t>"The Messenger of Allah ﷺ wanted to name him Sahl, and he refused, saying: I will not change a name my parents gave me. So the roughness never left us. He was martyred on the day of al-Yamāma; and killed with him also were his two sons ʿAbd al-Raḥmān and Wahb, and his grandson Ḥakīm b. Wahb b. Ḥazn."</a:t>
            </a:r>
          </a:p>
          <a:p>
            <a:r>
              <a:t>— البدایہ والنہایہ ج۷ ص۴۹ — the naming report: **صحيح البخاري ٦١٩٠**</a:t>
            </a:r>
          </a:p>
          <a:p/>
          <a:p>
            <a:r>
              <a:t>عبرت — One household sent four men to one field and none of them came back.</a:t>
            </a:r>
          </a:p>
          <a:p/>
          <a:p>
            <a:r>
              <a:t>⚠ **سیر الراشدون ص۵۷ makes the fourth man a son rather than a grandson. Say: "three men of his own</a:t>
            </a:r>
          </a:p>
          <a:p>
            <a:r>
              <a:t>household with him — the sources differ over whether the fourth was his son or his grandson."**</a:t>
            </a:r>
          </a:p>
          <a:p>
            <a:r>
              <a:t>⚠ **The page does not say Saʿīd b. al-Musayyab رحمہ اللہ told the story; «فلم تزل الحزونة فينا» is</a:t>
            </a:r>
          </a:p>
          <a:p>
            <a:r>
              <a:t>part of the report as البدایہ prints it. Do not attribute the telling to him from the platform** —</a:t>
            </a:r>
          </a:p>
          <a:p>
            <a:r>
              <a:t>say only that the naming report is in **صحيح البخاري ٦١٩٠** (البدایہ ed. fn., ج۷ ص۴۹). ⚠ **Nothing on</a:t>
            </a:r>
          </a:p>
          <a:p>
            <a:r>
              <a:t>the page gives his age. Do not call him old.**</a:t>
            </a:r>
          </a:p>
          <a:p/>
          <a:p>
            <a:r>
              <a:t>BACKGROUND (read at home, not aloud) —</a:t>
            </a:r>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 this is the most severe card in the evening. It is what was done to Ḥabīb b. Zayd ؓ, and what his mother Umm ʿUmāra ؓ did after it. Tell it plainly and without dwelling; do not elaborate beyond the page. If the room is heavy, skip it</a:t>
            </a:r>
          </a:p>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She went out with the army — Her hand was cut off at al-Yamāma, and she came back covered in wounds.</a:t>
            </a:r>
          </a:p>
          <a:p>
            <a:r>
              <a:t>6. Abū Bakr ؓ, while he was caliph — Was seen coming to her to ask after her.</a:t>
            </a:r>
          </a:p>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p>
            <a:r>
              <a:t>عبرت — He was not asked to say anything; he was asked to hear something, and he would not.</a:t>
            </a:r>
          </a:p>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p>
            <a:r>
              <a:t>MAP — A single line from المدینہ to عَقْرَباء.</a:t>
            </a:r>
          </a:p>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**one of four accounts in the safe list; do not settle it (§9.3).**</a:t>
            </a:r>
          </a:p>
          <a:p/>
          <a:p>
            <a:r>
              <a:t>WHEN, as the card gives it: 11 AH → 12 AH</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Frame ⁨اليرموك⁩ aloud as a battle we have not reached (#43, forward reference). ⚠ Do not read the Arabic of the dream and do not render its second image — say only what the card says he interpreted</a:t>
            </a:r>
          </a:p>
          <a:p/>
          <a:p>
            <a:r>
              <a:t>SAY —</a:t>
            </a:r>
          </a:p>
          <a:p>
            <a:r>
              <a:t>1. Who he was — al-Ṭufayl b. ʿAmr al-Dawsī ؓ, who took Islam back to Daws and brought ninety households to Medina.</a:t>
            </a:r>
          </a:p>
          <a:p>
            <a:r>
              <a:t>2. He went out with his son — ʿAmr, to al-Yamāma.</a:t>
            </a:r>
          </a:p>
          <a:p>
            <a:r>
              <a:t>3. A dream before the battle, which he read aloud himself — He would be killed and buried; his son would press for martyrdom and not get it that year.</a:t>
            </a:r>
          </a:p>
          <a:p>
            <a:r>
              <a:t>4. Both halves came true — The father was killed at al-Yamāma.</a:t>
            </a:r>
          </a:p>
          <a:p>
            <a:r>
              <a:t>   ^ read the Arabic on the face here</a:t>
            </a:r>
          </a:p>
          <a:p>
            <a:r>
              <a:t>5. The son — Killed a few years later at al-Yarmūk, a battle this course has not reached yet.</a:t>
            </a:r>
          </a:p>
          <a:p/>
          <a:p>
            <a:r>
              <a:t>QUOTE — فأولها بأنه سيقتل ويدفن، وأن ابنه يحرص على الشهادةِ فلا ينالُها عامَه ذلك. وقد وقع الأمر كما أوّلها، ثم قُتل ابنُه شهيدًا يوم اليرموك.</a:t>
            </a:r>
          </a:p>
          <a:p>
            <a:r>
              <a:t>"He interpreted it himself: that he would be killed and buried, and that his son would press for martyrdom and not attain it that year. And it happened exactly as he interpreted it — and then his son was killed a martyr on the day of al-Yarmūk."</a:t>
            </a:r>
          </a:p>
          <a:p>
            <a:r>
              <a:t>— البدایہ والنہایہ ج۷ ص۵۲</a:t>
            </a:r>
          </a:p>
          <a:p/>
          <a:p>
            <a:r>
              <a:t>عبرت — He read his own end aloud before the battle, and then went into it anyway.</a:t>
            </a:r>
          </a:p>
          <a:p/>
          <a:p>
            <a:r>
              <a:t>MAP — Two marks a long way apart — عَقْرَباء in central Najd, and اليرموك on the Syrian frontier.</a:t>
            </a:r>
          </a:p>
          <a:p/>
          <a:p>
            <a:r>
              <a:t>⚠ **Do not read the Arabic of the dream itself aloud and do not render its second image. Say: he</a:t>
            </a:r>
          </a:p>
          <a:p>
            <a:r>
              <a:t>dreamed his head was shaved and the earth took him in, and that his son was trying to reach him and</a:t>
            </a:r>
          </a:p>
          <a:p>
            <a:r>
              <a:t>could not.** Ibn Kathīr's interpretation is his own text and is safe to give. Corroboration for the</a:t>
            </a:r>
          </a:p>
          <a:p>
            <a:r>
              <a:t>son at اليرموك: سیر الراشدون ص۱۱۳ · https://shamela.ws/book/10906/1258 — «عمرو بن الطفيل بن عمرو بن</a:t>
            </a:r>
          </a:p>
          <a:p>
            <a:r>
              <a:t>طريف، قتل باليرموك».</a:t>
            </a:r>
          </a:p>
          <a:p/>
          <a:p>
            <a:r>
              <a:t>BACKGROUND (read at home, not aloud) —</a:t>
            </a:r>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WHEN, as the card gives it: اليمامة 12 AH, then اليرموك — whose own year is disputed in the sources (13 AH / 15 AH)</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One more, and he is the one who lived. The man who asked to be thrown over the wall of the garden came out of it with eighty-odd wounds, and Khālid ؓ stayed a month treating him. Here is what was said about him afterwards.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Answers what the room has been holding since #32 — the man who went over the wall lived. ⚠ The page opens with «⁨قيل⁩»: say "it is reported that ʿUmar ؓ wrote". Hands-up is switched off: the room has just buried a field</a:t>
            </a:r>
          </a:p>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p>
            <a:r>
              <a:t>عبرت — Courage is not the same qualification as command, and a state has to know the difference.</a:t>
            </a:r>
          </a:p>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WHEN, as the card gives it: the caliphate of عمر ؓ, 13–23 AH for the caliphate; the letter itself is undated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Cut first. ⚠ The counts move — ninety-nine, ninety-odd, a hundred. Say "the reports give ninety-odd" and move on. Beat 4 is where he did die: ⁨تُسْتَر⁩, years later</a:t>
            </a:r>
          </a:p>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p>
            <a:r>
              <a:t>QUOTE — أَترَانِي أَمُوْتُ عَلَى فِرَاشِي؟ وَاللهِ لَقَدْ قَتَلْتُ بِضْعاً وَتِسْعِيْنَ.</a:t>
            </a:r>
          </a:p>
          <a:p>
            <a:r>
              <a:t>"Do you see me dying in my bed? By Allah, I have killed ninety-odd."</a:t>
            </a:r>
          </a:p>
          <a:p>
            <a:r>
              <a:t>— سیر أعلام النبلاء ج۱ ص۱۹۸</a:t>
            </a:r>
          </a:p>
          <a:p/>
          <a:p>
            <a:r>
              <a:t>عبرت — Two brothers in one house, and each thought the other needed correcting.</a:t>
            </a:r>
          </a:p>
          <a:p/>
          <a:p>
            <a:r>
              <a:t>⚠ (Delivery note: the counts move — ninety-nine in one chain, ninety-odd in another, a hundred in a third. Say "the reports give ninety-odd" and move on.)</a:t>
            </a:r>
          </a:p>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WHEN, as the card gives it: at Medina or Basra, undated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card that stops a wrong number being said aloud. [HANDS] 6: "How many men who had the whole Qurʾān by heart died that day? What would you guess?" — then the honest answer: the books do not give one</a:t>
            </a:r>
          </a:p>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own total — Four hundred and fifty Muslim dead, counting reciters, Companions and others together.</a:t>
            </a:r>
          </a:p>
          <a:p>
            <a:r>
              <a:t>5. So we say it plainly — We know why the Qurʾān was collected. We do not know how many were lost. Only that it was enough.</a:t>
            </a:r>
          </a:p>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p>
            <a:r>
              <a:t>عبرت — They did not wait to find out how much had been lost before they secured what was left.</a:t>
            </a:r>
          </a:p>
          <a:p/>
          <a:p>
            <a:r>
              <a:t>HANDS UP — Before telling it: *"How many men who had the whole Qurʾān by heart died that day? What would you guess?"* — then give the honest answer: the books do not say.</a:t>
            </a:r>
          </a:p>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 The people: the men who had fought against it</a:t>
            </a:r>
          </a:p>
          <a:p/>
          <a:p>
            <a:r>
              <a:t>*Source note: [`the-men-who-had-fought-against-it.md`](../docs/research/the-men-who-had-fought-against-it.md) — read it for the pages behind these cards.*</a:t>
            </a:r>
          </a:p>
          <a:p/>
          <a:p>
            <a:r>
              <a:t>WHEN, as the card gives it: 12 AH, after the battle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true ending. End here and go straight to the closing bookend — say nothing after it</a:t>
            </a:r>
          </a:p>
          <a:p/>
          <a:p>
            <a:r>
              <a:t>SAY —</a:t>
            </a:r>
          </a:p>
          <a:p>
            <a:r>
              <a:t>1. Count this day's dead differently — So many of the reciters were killed at al-Yamāma.</a:t>
            </a:r>
          </a:p>
          <a:p>
            <a:r>
              <a:t>2. Abū Bakr ؓ gives an order — Zayd b. Thābit ؓ is to gather the Qurʾān.</a:t>
            </a:r>
          </a:p>
          <a:p>
            <a:r>
              <a:t>3. Out of what it was gathered — The flat stones, the palm-stalks, and the memories of men.</a:t>
            </a:r>
          </a:p>
          <a:p>
            <a:r>
              <a:t>4. Why then — So that it would not go with the men who carried it.</a:t>
            </a:r>
          </a:p>
          <a:p>
            <a:r>
              <a:t>   ^ read the Arabic on the face here</a:t>
            </a:r>
          </a:p>
          <a:p>
            <a:r>
              <a:t>5. Both books say it in the same place — al-Bidāya and al-Kāmil, and both point at al-Bukhārī.</a:t>
            </a:r>
          </a:p>
          <a:p>
            <a:r>
              <a:t>6. The muṣḥaf in this room — It was gathered because of the men who were killed in that garden.</a:t>
            </a:r>
          </a:p>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p>
            <a:r>
              <a:t>عبرت — The mushaf the room reads from was gathered because of the men who were killed in the garden.</a:t>
            </a:r>
          </a:p>
          <a:p/>
          <a:p>
            <a:r>
              <a:t>⚠ end here and go straight to the closing bookend.</a:t>
            </a:r>
          </a:p>
          <a:p/>
          <a:p>
            <a:r>
              <a:t>MAP — The Line, not the map. Put a single mark on ۱۲ھ.</a:t>
            </a:r>
          </a:p>
          <a:p/>
          <a:p>
            <a:r>
              <a:t>BACKGROUND (read at home, not aloud) —</a:t>
            </a:r>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**الکامل ج۲ ص۲۱۹, in the same place:** «أَمَرَ أَبُو بَكْرٍ بِجَمْعِ الْقُرْآنِ لِمَا رَأَى مِنْ كَثْرَةِ مَنْ</a:t>
            </a:r>
          </a:p>
          <a:p>
            <a:r>
              <a:t>قُتِلَ مِنَ الصَّحَابَةِ؛ **لِئَلَّا يَذْهَبَ الْقُرْآنُ**».</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D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When the line broke, what re-formed it was what the men had memorised.</a:t>
            </a:r>
          </a:p>
          <a:p>
            <a:r>
              <a:t>2. One man asked to be thrown where nobody could follow him, and the whole army came in behind him through the gate he opened.</a:t>
            </a:r>
          </a:p>
          <a:p>
            <a:r>
              <a:t>3. The verse that steadied Medina in the year eleven is the verse a man recited on the ground in the year twelve.</a:t>
            </a:r>
          </a:p>
          <a:p>
            <a:r>
              <a:t>4. The mushaf the room reads from was gathered because of the men who were killed in the garden.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finished; the Line does not move again tonight. What follows is older than everything we have told — it is the houses those men came out of, and we go back to before the Hijra to start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house begins here. ⁨ثابت⁩'s closing line is worth saying aloud: "we never heard of a nobler dower"</a:t>
            </a:r>
          </a:p>
          <a:p/>
          <a:p>
            <a:r>
              <a:t>SAY —</a:t>
            </a:r>
          </a:p>
          <a:p>
            <a:r>
              <a:t>1. He comes to ask for her in marriage — Abū Ṭalḥa ؓ, still a pagan; she had already believed.</a:t>
            </a:r>
          </a:p>
          <a:p>
            <a:r>
              <a:t>2. What she answered — She would not refuse a man like him, but he was a disbeliever.</a:t>
            </a:r>
          </a:p>
          <a:p>
            <a:r>
              <a:t>3. Her price — If he accepted Islam, that would be her dower, and she would ask for nothing else.</a:t>
            </a:r>
          </a:p>
          <a:p>
            <a:r>
              <a:t>   ^ read the Arabic on the face here</a:t>
            </a:r>
          </a:p>
          <a:p>
            <a:r>
              <a:t>4. What happened — He accepted Islam, and he married her.</a:t>
            </a:r>
          </a:p>
          <a:p/>
          <a:p>
            <a:r>
              <a:t>QUOTE — أَمَا إِنِّي فِيْكَ لَرَاغِبَةٌ، وَمَا مِثْلُكَ يُرَدُّ، وَلَكِنَّكَ كَافِرٌ، فَإِنْ تُسْلِمْ فَذَلِكَ مَهْرِي، لاَ أَسْأَلُكَ غَيْرَهُ.</a:t>
            </a:r>
          </a:p>
          <a:p>
            <a:r>
              <a:t>"I am indeed willing in your case, and a man like you is not refused; but you are a disbeliever. If you accept Islam, that is my dower — I ask you for nothing else."</a:t>
            </a:r>
          </a:p>
          <a:p>
            <a:r>
              <a:t>— سیر أعلام النبلاء ج۲ ص۲۹</a:t>
            </a:r>
          </a:p>
          <a:p/>
          <a:p>
            <a:r>
              <a:t>عبرت — She set the terms of her own household before she entered it.</a:t>
            </a:r>
          </a:p>
          <a:p/>
          <a:p>
            <a:r>
              <a:t>⚠ but ثابت's closing line is worth adding aloud: *"We never heard of a nobler dower than Umm Sulaym's dower: Islam."</a:t>
            </a:r>
          </a:p>
          <a:p/>
          <a:p>
            <a:r>
              <a:t>MAP — Medina — بنو النجار quarter</a:t>
            </a:r>
          </a:p>
          <a:p/>
          <a:p>
            <a:r>
              <a:t>BACKGROUND (read at home, not aloud) —</a:t>
            </a:r>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WHEN, as the card gives it: before the Hijra, at Medina (the sources fix no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Anas ؓ is ten, and he stays ten years. This is the same Anas ؓ whose brother went over the wall at #32 — say so</a:t>
            </a:r>
          </a:p>
          <a:p/>
          <a:p>
            <a:r>
              <a:t>SAY —</a:t>
            </a:r>
          </a:p>
          <a:p>
            <a:r>
              <a:t>1. She brings her son to the Prophet ﷺ — Dressed in half her own head-covering.</a:t>
            </a:r>
          </a:p>
          <a:p>
            <a:r>
              <a:t>2. What she asked — That he be taken into service, and prayed for.</a:t>
            </a:r>
          </a:p>
          <a:p>
            <a:r>
              <a:t>   ^ read the Arabic on the face here</a:t>
            </a:r>
          </a:p>
          <a:p>
            <a:r>
              <a:t>3. How old he was — Ten. He stayed ten years.</a:t>
            </a:r>
          </a:p>
          <a:p/>
          <a:p>
            <a:r>
              <a:t>QUOTE — يَا رَسُوْلَ اللهِ! هَذَا أُنَيْسٌ ابْنِي، أَتَيْتُكَ بِهِ يَخْدُمُكَ، فَادْعُ اللهَ لَهُ.</a:t>
            </a:r>
          </a:p>
          <a:p>
            <a:r>
              <a:t>"Messenger of Allah, this is Unays, my son. I have brought him to you to serve you — so pray to Allah for him."</a:t>
            </a:r>
          </a:p>
          <a:p>
            <a:r>
              <a:t>— سیر أعلام النبلاء ج۳ ص۳۹۸</a:t>
            </a:r>
          </a:p>
          <a:p/>
          <a:p>
            <a:r>
              <a:t>عبرت — She gave what she had, and what she had was a child's ten years.</a:t>
            </a:r>
          </a:p>
          <a:p/>
          <a:p>
            <a:r>
              <a:t>HANDS UP — yes — *"How old were you when you first learned something you still use?"* *(Delivery caution: the familiar line — "every man and woman of the Anṣār had already given him a gift, and I have nothing but this son" — is a **different** report on the same page (سیر ج۳ ص۳۹۸), and it comes through علي بن زيد, of whom الذہبی says «وَفِيْهِ لِينٌ». Its wording is **أبو يعلى's, not الترمذي's** — the سیر editor says so outright: «هذا اللفظ ليس عند الترمذي، وإنما هو لأبي يعلى». The quotation above is the ṣaḥīḥ one, مسلم (٢٤٨١). Do not weld the two: if the "gift" line is told, say it is the weaker report — and note that the same weaker report makes him **eight**, not ten.)*</a:t>
            </a:r>
          </a:p>
          <a:p/>
          <a:p>
            <a:r>
              <a:t>MAP — Medina</a:t>
            </a:r>
          </a:p>
          <a:p/>
          <a:p>
            <a:r>
              <a:t>BACKGROUND (read at home, not aloud) —</a:t>
            </a:r>
          </a:p>
          <a:p>
            <a:r>
              <a:t>Umm Sulaym dressed her son in half her own head-covering, brought him to the Prophet ﷺ, and asked that he be taken into service and prayed for. He was ten years old. He stayed ten years.</a:t>
            </a:r>
          </a:p>
          <a:p/>
          <a:p>
            <a:r>
              <a:t>WHEN, as the card gives it: 1 AH, soon after the Hijra (سیر ج3 ص397: he was ten when the Prophet ﷺ reached Medina)</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Under oath: never once told off, and «⁨أف⁩» never said to him</a:t>
            </a:r>
          </a:p>
          <a:p/>
          <a:p>
            <a:r>
              <a:t>SAY —</a:t>
            </a:r>
          </a:p>
          <a:p>
            <a:r>
              <a:t>1. Ten years in that service — Anas ؓ served the Prophet ﷺ from the age of ten.</a:t>
            </a:r>
          </a:p>
          <a:p>
            <a:r>
              <a:t>2. What he said afterwards, under oath — In ten years he was never once told off.</a:t>
            </a:r>
          </a:p>
          <a:p>
            <a:r>
              <a:t>3. Not for what he did, and not for what he failed to do — And «uff» was never said to him.</a:t>
            </a:r>
          </a:p>
          <a:p>
            <a:r>
              <a:t>   ^ read the Arabic on the face here</a:t>
            </a:r>
          </a:p>
          <a:p/>
          <a:p>
            <a:r>
              <a:t>QUOTE — خدمته صلى الله عليه وسلم عشر سنين، فوالله ما قال لي: أف قط، ولا قال لشيء فعلته: لم فعلت كذا، ولا لشيء لم أفعله: ألا فعلت كذا؟</a:t>
            </a:r>
          </a:p>
          <a:p>
            <a:r>
              <a:t>"I served him ﷺ ten years, and by Allah he never said 'uff' to me once; he never said of anything I did, why did you do that; nor of anything I did not do, why did you not do that."</a:t>
            </a:r>
          </a:p>
          <a:p>
            <a:r>
              <a:t>— سیر أعلام النبلاء، جلد السیرہ ۲ ص۳۸۶</a:t>
            </a:r>
          </a:p>
          <a:p/>
          <a:p>
            <a:r>
              <a:t>عبرت — The measure of a man is what the people who work for him say afterwards.</a:t>
            </a:r>
          </a:p>
          <a:p/>
          <a:p>
            <a:r>
              <a:t>BACKGROUND (read at home, not aloud) —</a:t>
            </a:r>
          </a:p>
          <a:p>
            <a:r>
              <a:t>Anas served in that household for ten years. He said afterwards, under oath, that in ten years he was never once told off — not for something he did, and not for something he failed to do. He said the word «uff» was never said to him.</a:t>
            </a:r>
          </a:p>
          <a:p/>
          <a:p>
            <a:r>
              <a:t>WHEN, as the card gives it: 1–11 AH</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Uḥud, 3 AH. Anas b. al-Naḍr ؓ — the uncle Anas b. Mālik ؓ is named after. Say the year aloud: we have gone back nine years</a:t>
            </a:r>
          </a:p>
          <a:p/>
          <a:p>
            <a:r>
              <a:t>SAY —</a:t>
            </a:r>
          </a:p>
          <a:p>
            <a:r>
              <a:t>1. He had missed Badr — Anas b. al-Naḍr ؓ, and it weighed on him.</a:t>
            </a:r>
          </a:p>
          <a:p>
            <a:r>
              <a:t>2. What he said about it — If Allah gives me a battle, He will see what I do.</a:t>
            </a:r>
          </a:p>
          <a:p>
            <a:r>
              <a:t>3. At Uḥud, when the line broke — He walked forward with his sword and met Saʿd b. Muʿādh ؓ.</a:t>
            </a:r>
          </a:p>
          <a:p>
            <a:r>
              <a:t>4. What he said to him — I find the scent of Paradise, on this side of the mountain.</a:t>
            </a:r>
          </a:p>
          <a:p>
            <a:r>
              <a:t>   ^ read the Arabic on the face here</a:t>
            </a:r>
          </a:p>
          <a:p>
            <a:r>
              <a:t>5. Then he went in — He fought until he was killed, and Saʿd ؓ said he could not have done what that man did.</a:t>
            </a:r>
          </a:p>
          <a:p/>
          <a:p>
            <a:r>
              <a:t>QUOTE — يا أبا عمرو أين؟ واهًا لريح الجنة، أجده دون أحدٍ.</a:t>
            </a:r>
          </a:p>
          <a:p>
            <a:r>
              <a:t>"Abū ʿAmr, where to? Ah, the scent of Paradise — I find it this side of Uḥud."</a:t>
            </a:r>
          </a:p>
          <a:p>
            <a:r>
              <a:t>— البدایہ والنہایہ ج۴ ص۲۰۳</a:t>
            </a:r>
          </a:p>
          <a:p/>
          <a:p>
            <a:r>
              <a:t>عبرت — He had made a promise in private, and he kept it on a day when nobody would have checked.</a:t>
            </a:r>
          </a:p>
          <a:p/>
          <a:p>
            <a:r>
              <a:t>HANDS UP — yes — *"Has anyone here ever missed something and spent years wishing they had been there?"*</a:t>
            </a:r>
          </a:p>
          <a:p/>
          <a:p>
            <a:r>
              <a:t>MAP — أحد, north of Medina</a:t>
            </a:r>
          </a:p>
          <a:p/>
          <a:p>
            <a:r>
              <a:t>BACKGROUND (read at home, not aloud) —</a:t>
            </a:r>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WHEN, as the card gives it: أحد, شوال 3 AH (the year is not fixed on the pages read; سیر's chapter heading is «غزوة أحد وكانت في شوال»)</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Eighty-odd wounds; his sister knew him by his fingertips</a:t>
            </a:r>
          </a:p>
          <a:p/>
          <a:p>
            <a:r>
              <a:t>SAY —</a:t>
            </a:r>
          </a:p>
          <a:p>
            <a:r>
              <a:t>1. Afterwards they went out to identify the dead — More than eighty wounds on him: sword, spear and arrow.</a:t>
            </a:r>
          </a:p>
          <a:p>
            <a:r>
              <a:t>2. His own family could not tell who he was — His sister came.</a:t>
            </a:r>
          </a:p>
          <a:p>
            <a:r>
              <a:t>3. How she knew him — By his fingertips.</a:t>
            </a:r>
          </a:p>
          <a:p>
            <a:r>
              <a:t>   ^ read the Arabic on the face here</a:t>
            </a:r>
          </a:p>
          <a:p>
            <a:r>
              <a:t>4. What his nephew said later — The āya of al-Aḥzāb was held to have come down about him and men like him.</a:t>
            </a:r>
          </a:p>
          <a:p/>
          <a:p>
            <a:r>
              <a:t>QUOTE — ﴿مِنَ الْمُؤْمِنِينَ رِجَالٌ صَدَقُوا مَا عَاهَدُوا اللَّهَ عَلَيْهِ﴾</a:t>
            </a:r>
          </a:p>
          <a:p>
            <a:r>
              <a:t>— verse as quoted at البدایہ والنہایہ ج۴ ص۲۰۳ the reference</a:t>
            </a:r>
          </a:p>
          <a:p/>
          <a:p>
            <a:r>
              <a:t>عبرت — Some men are recognised by their faces, and some by what is left of their hands.</a:t>
            </a:r>
          </a:p>
          <a:p/>
          <a:p>
            <a:r>
              <a:t>MAP — the field at أحد</a:t>
            </a:r>
          </a:p>
          <a:p/>
          <a:p>
            <a:r>
              <a:t>BACKGROUND (read at home, not aloud) —</a:t>
            </a:r>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WHEN, as the card gives it: أحد, 3 AH (as — the year is not fixed on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This one comes through Ibn Isḥāq, not the ⁨صحیح⁩ chain of #59–#60. Say "it is reported", and do not put it on the same footing</a:t>
            </a:r>
          </a:p>
          <a:p/>
          <a:p>
            <a:r>
              <a:t>SAY —</a:t>
            </a:r>
          </a:p>
          <a:p>
            <a:r>
              <a:t>1. The word goes round the field — That the Prophet ﷺ had been killed.</a:t>
            </a:r>
          </a:p>
          <a:p>
            <a:r>
              <a:t>2. Men sat down where they were and let their hands fall — Among them ʿUmar ؓ and Ṭalḥa ؓ.</a:t>
            </a:r>
          </a:p>
          <a:p>
            <a:r>
              <a:t>3. He asks what is keeping them there — And they tell him.</a:t>
            </a:r>
          </a:p>
          <a:p>
            <a:r>
              <a:t>4. One sentence — And he walks past them into the fighting.</a:t>
            </a:r>
          </a:p>
          <a:p>
            <a:r>
              <a:t>   ^ read the Arabic on the face here</a:t>
            </a:r>
          </a:p>
          <a:p/>
          <a:p>
            <a:r>
              <a:t>QUOTE — فما تصنعون بالحياة بعده؟! قوموا فموتوا على ما مات عليه رسول اللَّه ﷺ.</a:t>
            </a:r>
          </a:p>
          <a:p>
            <a:r>
              <a:t>"And what will you do with life after him? Rise, and die upon what the Messenger of Allah ﷺ died upon."</a:t>
            </a:r>
          </a:p>
          <a:p>
            <a:r>
              <a:t>— البدایہ والنہایہ ج۴ ص۲۰۷</a:t>
            </a:r>
          </a:p>
          <a:p/>
          <a:p>
            <a:r>
              <a:t>عبرت — A rumour stopped a whole line of men; one sentence started it moving again.</a:t>
            </a:r>
          </a:p>
          <a:p/>
          <a:p>
            <a:r>
              <a:t>⚠ (Delivery note: this comes through Ibn Isḥāq, not through the ṣaḥīḥ chain of E-HS4/E-HS5. Say so if the room is told both.)</a:t>
            </a:r>
          </a:p>
          <a:p/>
          <a:p>
            <a:r>
              <a:t>MAP — أحد</a:t>
            </a:r>
          </a:p>
          <a:p/>
          <a:p>
            <a:r>
              <a:t>BACKGROUND (read at home, not aloud) —</a:t>
            </a:r>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WHEN, as the card gives it: أحد, 3 AH , at the moment the rumour spread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Two memories of a boy: his stepfather's my throat before your throat, and the two women with the waterskins — one of them ʿĀʾisha ؓ, the other his mother</a:t>
            </a:r>
          </a:p>
          <a:p/>
          <a:p>
            <a:r>
              <a:t>SAY —</a:t>
            </a:r>
          </a:p>
          <a:p>
            <a:r>
              <a:t>1. He was a boy that day — Anas ؓ remembered two things from Uḥud.</a:t>
            </a:r>
          </a:p>
          <a:p>
            <a:r>
              <a:t>2. His stepfather in front of the Prophet ﷺ — Breaking bow after bow: my throat before your throat.</a:t>
            </a:r>
          </a:p>
          <a:p>
            <a:r>
              <a:t>3. Two women running with waterskins — Skirts tucked up, emptying them into the men's mouths, going back to fill them.</a:t>
            </a:r>
          </a:p>
          <a:p>
            <a:r>
              <a:t>   ^ read the Arabic on the face here</a:t>
            </a:r>
          </a:p>
          <a:p>
            <a:r>
              <a:t>4. Who they were — One was ʿĀʾisha ؓ. The other was his mother.</a:t>
            </a:r>
          </a:p>
          <a:p/>
          <a:p>
            <a:r>
              <a:t>QUOTE — يَا نَبِيَّ اللهِ، بِأَبِي أَنْتَ، لاَ تُشْرِفْ، لاَ يُصِيْبُكَ سَهْمٌ، نَحْرِي دُوْنَ نَحْرِكَ.</a:t>
            </a:r>
          </a:p>
          <a:p>
            <a:r>
              <a:t>"Prophet of Allah — may my father be your ransom — do not look out, lest an arrow strike you. My throat before your throat."</a:t>
            </a:r>
          </a:p>
          <a:p>
            <a:r>
              <a:t>— سیر أعلام النبلاء ج۲ ص۳۱</a:t>
            </a:r>
          </a:p>
          <a:p/>
          <a:p>
            <a:r>
              <a:t>عبرت — A boy remembers who was working, and he remembers it for the rest of his life.</a:t>
            </a:r>
          </a:p>
          <a:p/>
          <a:p>
            <a:r>
              <a:t>MAP — أحد</a:t>
            </a:r>
          </a:p>
          <a:p/>
          <a:p>
            <a:r>
              <a:t>BACKGROUND (read at home, not aloud) —</a:t>
            </a:r>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WHEN, as the card gives it: أحد, 3 AH</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Biʾr Maʿūna, 4 AH. Her brother Ḥarām ؓ, speared from behind while speaking under safe conduct</a:t>
            </a:r>
          </a:p>
          <a:p/>
          <a:p>
            <a:r>
              <a:t>SAY —</a:t>
            </a:r>
          </a:p>
          <a:p>
            <a:r>
              <a:t>1. A party sent out to Najd to teach — Umm Sulaym's ؓ brother Ḥarām ؓ carries the letter forward.</a:t>
            </a:r>
          </a:p>
          <a:p>
            <a:r>
              <a:t>2. Safe conduct until the message is delivered — And he begins to speak to them.</a:t>
            </a:r>
          </a:p>
          <a:p>
            <a:r>
              <a:t>3. What they did while he spoke — Signalled to a man, who came round behind him and ran a spear through him.</a:t>
            </a:r>
          </a:p>
          <a:p>
            <a:r>
              <a:t>4. What he did with his own blood — Took it in his hand and threw it over his face and head.</a:t>
            </a:r>
          </a:p>
          <a:p>
            <a:r>
              <a:t>   ^ read the Arabic on the face here</a:t>
            </a:r>
          </a:p>
          <a:p/>
          <a:p>
            <a:r>
              <a:t>QUOTE — اللَّهُ أَكْبَرُ، فُزْتُ وَرَبِّ الكَعْبَةِ.</a:t>
            </a:r>
          </a:p>
          <a:p>
            <a:r>
              <a:t>"Allāhu akbar — I have won, by the Lord of the Kaʿba."</a:t>
            </a:r>
          </a:p>
          <a:p>
            <a:r>
              <a:t>— البدایہ والنہایہ ج۴ ص۲۵۵ (the page cites البخاري ٤٠٩١، ٤٠٩٢)</a:t>
            </a:r>
          </a:p>
          <a:p/>
          <a:p>
            <a:r>
              <a:t>عبرت — He was killed in the middle of a sentence, and he called it winning.</a:t>
            </a:r>
          </a:p>
          <a:p/>
          <a:p>
            <a:r>
              <a:t>MAP — بئر معونة, between the land of بنو عامر and the ḥarra of بنو سليم</a:t>
            </a:r>
          </a:p>
          <a:p/>
          <a:p>
            <a:r>
              <a:t>BACKGROUND (read at home, not aloud) —</a:t>
            </a:r>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WHEN, as the card gives it: بئر معونة, 4 AH (البدایہ ج4 ص256 places it four months after Uḥud, in صفر)</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answer is not a compliment to the house — it is that her brother was killed alongside him. [HANDS] optional: "why that house and no other?"</a:t>
            </a:r>
          </a:p>
          <a:p/>
          <a:p>
            <a:r>
              <a:t>SAY —</a:t>
            </a:r>
          </a:p>
          <a:p>
            <a:r>
              <a:t>1. People noticed — He went into no house in Medina except hers.</a:t>
            </a:r>
          </a:p>
          <a:p>
            <a:r>
              <a:t>2. They asked him why — And the answer was not a compliment to the house.</a:t>
            </a:r>
          </a:p>
          <a:p>
            <a:r>
              <a:t>3. The reason — Her brother had been killed alongside him.</a:t>
            </a:r>
          </a:p>
          <a:p>
            <a:r>
              <a:t>   ^ read the Arabic on the face here</a:t>
            </a:r>
          </a:p>
          <a:p/>
          <a:p>
            <a:r>
              <a:t>QUOTE — إِنِّي أَرْحَمُهَا، قُتِلَ</a:t>
            </a:r>
          </a:p>
          <a:p>
            <a:r>
              <a:t>— سیر أعلام النبلاء ج۲ ص۳۰۶–۳۰۷</a:t>
            </a:r>
          </a:p>
          <a:p/>
          <a:p>
            <a:r>
              <a:t>عبرت — The debt a leader owes is to the family, and it is paid by turning up.</a:t>
            </a:r>
          </a:p>
          <a:p/>
          <a:p>
            <a:r>
              <a:t>HANDS UP — yes — *"Why do you think he went to that house and no other?"* (Then give the answer from the page.)</a:t>
            </a:r>
          </a:p>
          <a:p/>
          <a:p>
            <a:r>
              <a:t>MAP — Medina — the house of أم سليم ؓ</a:t>
            </a:r>
          </a:p>
          <a:p/>
          <a:p>
            <a:r>
              <a:t>BACKGROUND (read at home, not aloud) —</a:t>
            </a:r>
          </a:p>
          <a:p>
            <a:r>
              <a:t>People noticed that the Prophet ﷺ went into no house in Medina except Umm Sulaym's. They asked him about it. He gave one reason, and it was not a compliment to the house. It was that her brother had been killed alongside him.</a:t>
            </a:r>
          </a:p>
          <a:p/>
          <a:p>
            <a:r>
              <a:t>WHEN, as the card gives it: after بئر معونة, 4 AH onwards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page does not name the child. Do not name him. Tell it slowly; it is the strongest card in the part</a:t>
            </a:r>
          </a:p>
          <a:p/>
          <a:p>
            <a:r>
              <a:t>SAY —</a:t>
            </a:r>
          </a:p>
          <a:p>
            <a:r>
              <a:t>1. Their small son is gravely ill — Abū Ṭalḥa ؓ goes out to the mosque, and the boy dies.</a:t>
            </a:r>
          </a:p>
          <a:p>
            <a:r>
              <a:t>2. She prepares the body herself — And tells the household to say nothing.</a:t>
            </a:r>
          </a:p>
          <a:p>
            <a:r>
              <a:t>3. He comes home — She has his supper ready, and he eats it.</a:t>
            </a:r>
          </a:p>
          <a:p>
            <a:r>
              <a:t>4. At the end of the night, a question — About neighbours who borrowed something and would not give it back.</a:t>
            </a:r>
          </a:p>
          <a:p>
            <a:r>
              <a:t>5. He says they were not fair — And she tells him: your son was a loan, and He has taken him back.</a:t>
            </a:r>
          </a:p>
          <a:p>
            <a:r>
              <a:t>   ^ read the Arabic on the face here</a:t>
            </a:r>
          </a:p>
          <a:p>
            <a:r>
              <a:t>6. The morning after — He went to the Prophet ﷺ, who prayed for them both.</a:t>
            </a:r>
          </a:p>
          <a:p/>
          <a:p>
            <a:r>
              <a:t>QUOTE — فَإِنَّ ابْنَكَ كَانَ عَارِيَّةً مِنَ اللهِ، فَقَبَضَهُ.</a:t>
            </a:r>
          </a:p>
          <a:p>
            <a:r>
              <a:t>"Your son was a loan from Allah, and He has taken him back."</a:t>
            </a:r>
          </a:p>
          <a:p>
            <a:r>
              <a:t>— سیر أعلام النبلاء ج۲ ص۳۱۰</a:t>
            </a:r>
          </a:p>
          <a:p/>
          <a:p>
            <a:r>
              <a:t>عبرت — She made him say the ruling before she told him it was his own case.</a:t>
            </a:r>
          </a:p>
          <a:p/>
          <a:p>
            <a:r>
              <a:t>⚠ (Delivery caution: the page does not name the child, and the exchange is at the end of the night, not at the door. Both details are usually got wrong in retelling.)</a:t>
            </a:r>
          </a:p>
          <a:p/>
          <a:p>
            <a:r>
              <a:t>MAP — Medina</a:t>
            </a:r>
          </a:p>
          <a:p/>
          <a:p>
            <a:r>
              <a:t>BACKGROUND (read at home, not aloud) —</a:t>
            </a:r>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WHEN, as the card gives it: at Medina (no year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He gave away the piece he loved most, and was told to put it among his near kin</a:t>
            </a:r>
          </a:p>
          <a:p/>
          <a:p>
            <a:r>
              <a:t>SAY —</a:t>
            </a:r>
          </a:p>
          <a:p>
            <a:r>
              <a:t>1. More date-palms than any man of the Anṣār — And the one he loved most was Bayruḥāʾ.</a:t>
            </a:r>
          </a:p>
          <a:p>
            <a:r>
              <a:t>2. He gave it away — And said plainly that he was giving the piece he loved most.</a:t>
            </a:r>
          </a:p>
          <a:p>
            <a:r>
              <a:t>   ^ read the Arabic on the face here</a:t>
            </a:r>
          </a:p>
          <a:p>
            <a:r>
              <a:t>3. What he asked — That the Prophet ﷺ place it wherever he was shown.</a:t>
            </a:r>
          </a:p>
          <a:p>
            <a:r>
              <a:t>4. Where it went — Among his own near kin.</a:t>
            </a:r>
          </a:p>
          <a:p/>
          <a:p>
            <a:r>
              <a:t>QUOTE — إِنَّ أَحَبَّ أَمْوَالِي إِلَيَّ بَيْرُحَاءُ، وَإِنَّهَا صَدَقَةٌ للهِ… فَقَالَ: (بَخٍ! ذَلِكَ مَالٌ رَابِحٌ، وَإِنِّي أَرَى أَنْ تَجْعَلَهَا فِي الأَقْرَبِيْنَ).</a:t>
            </a:r>
          </a:p>
          <a:p>
            <a:r>
              <a:t>"The dearest of my property to me is Bayruḥāʾ, and it is a ṣadaqa for Allah… He said: 'Bakhkh! That is profitable property. I think you should put it among your near kin.'"</a:t>
            </a:r>
          </a:p>
          <a:p>
            <a:r>
              <a:t>— سیر أعلام النبلاء ج۲ ص۳۳</a:t>
            </a:r>
          </a:p>
          <a:p/>
          <a:p>
            <a:r>
              <a:t>عبرت — He gave away the thing he would miss, and he was told to give it to his own relatives.</a:t>
            </a:r>
          </a:p>
          <a:p/>
          <a:p>
            <a:r>
              <a:t>HANDS UP — yes — *"What is the one thing in your house you would find hardest to give away?"*</a:t>
            </a:r>
          </a:p>
          <a:p/>
          <a:p>
            <a:r>
              <a:t>MAP — the palm gardens of Medina</a:t>
            </a:r>
          </a:p>
          <a:p/>
          <a:p>
            <a:r>
              <a:t>BACKGROUND (read at home, not aloud) —</a:t>
            </a:r>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WHEN, as the card gives it: at Medina</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8 AH. ⚠ Stop where the card stops — ⁨البدایہ ج4 ص589⁩ continues the exchange, and that continuation is not on this card</a:t>
            </a:r>
          </a:p>
          <a:p/>
          <a:p>
            <a:r>
              <a:t>SAY —</a:t>
            </a:r>
          </a:p>
          <a:p>
            <a:r>
              <a:t>1. The Muslims driven back at the start of the day — Abū Ṭalḥa ؓ finds his wife standing with a dagger.</a:t>
            </a:r>
          </a:p>
          <a:p>
            <a:r>
              <a:t>2. He asks what it is for — If any of them comes near me, I will use it on him.</a:t>
            </a:r>
          </a:p>
          <a:p>
            <a:r>
              <a:t>   ^ read the Arabic on the face here</a:t>
            </a:r>
          </a:p>
          <a:p>
            <a:r>
              <a:t>3. He turns to the Prophet ﷺ — Have you heard what she is saying?</a:t>
            </a:r>
          </a:p>
          <a:p/>
          <a:p>
            <a:r>
              <a:t>QUOTE — يَا رَسُوْلَ اللهِ! إِنْ دَنَا مِنِّي مُشْرِكٌ بَقَرْتُ بِهِ بَطْنَهُ.</a:t>
            </a:r>
          </a:p>
          <a:p>
            <a:r>
              <a:t>"Messenger of Allah, if a mushrik comes near me I will open his belly with it."</a:t>
            </a:r>
          </a:p>
          <a:p>
            <a:r>
              <a:t>— سیر أعلام النبلاء ج۲ ص۳۰۴</a:t>
            </a:r>
          </a:p>
          <a:p/>
          <a:p>
            <a:r>
              <a:t>عبرت — She did not intend to be carried off a battlefield.</a:t>
            </a:r>
          </a:p>
          <a:p/>
          <a:p>
            <a:r>
              <a:t>⚠ (Delivery note: البدایہ ج۴ ص۵۸۹ continues this exchange with her request about the الطلقاء and the reply «إن الله قد كفى وأحسن». Either tell that half whole, ending on his ﷺ refusal, or leave it out entirely. Never the request without the answer.)</a:t>
            </a:r>
          </a:p>
          <a:p/>
          <a:p>
            <a:r>
              <a:t>MAP — the valley of حنين, near الطائف</a:t>
            </a:r>
          </a:p>
          <a:p/>
          <a:p>
            <a:r>
              <a:t>BACKGROUND (read at home, not aloud) —</a:t>
            </a:r>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WHEN, as the card gives it: حنين, 8 AH (the year is not on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develop the fleet — it is 28 AH and belongs to a later evening. ⚠ Do not name its commander (QABANK.md §17.4): say "a fleet went to Cyprus"</a:t>
            </a:r>
          </a:p>
          <a:p/>
          <a:p>
            <a:r>
              <a:t>SAY —</a:t>
            </a:r>
          </a:p>
          <a:p>
            <a:r>
              <a:t>1. He rested in her house one afternoon — And woke up laughing.</a:t>
            </a:r>
          </a:p>
          <a:p>
            <a:r>
              <a:t>2. What he had been shown — People of his umma riding the sea like kings on thrones.</a:t>
            </a:r>
          </a:p>
          <a:p>
            <a:r>
              <a:t>3. What she asked — That he pray she be one of them; he told her she was among the first.</a:t>
            </a:r>
          </a:p>
          <a:p>
            <a:r>
              <a:t>   ^ read the Arabic on the face here</a:t>
            </a:r>
          </a:p>
          <a:p>
            <a:r>
              <a:t>4. Years later — A fleet went to Cyprus, and her husband ʿUbāda b. al-Ṣāmit ؓ carried her with it.</a:t>
            </a:r>
          </a:p>
          <a:p>
            <a:r>
              <a:t>5. Coming ashore on the way back — A mule threw her, and she died there.</a:t>
            </a:r>
          </a:p>
          <a:p/>
          <a:p>
            <a:r>
              <a:t>QUOTE — عُرِضَ عَلَيَّ نَاسٌ مِنْ أُمَّتِي يَرْكَبُوْنَ ظَهْرَ هَذَا البَحْرِ كَالمُلُوْكِ</a:t>
            </a:r>
          </a:p>
          <a:p>
            <a:r>
              <a:t>— سیر أعلام النبلاء ج۲ ص۳۱۶–۳۱۷</a:t>
            </a:r>
          </a:p>
          <a:p/>
          <a:p>
            <a:r>
              <a:t>عبرت — She was told where she would be a caliphate before the ships were built.</a:t>
            </a:r>
          </a:p>
          <a:p/>
          <a:p>
            <a:r>
              <a:t>HANDS UP — yes — *"How long between a promise and its keeping is too long?"* *(Delivery caution: stop the البدایہ quotation at «فماتت هناك». The clause about her grave that follows is Ibn Kathīr reporting local practice and will be heard as doctrine in this room.)*</a:t>
            </a:r>
          </a:p>
          <a:p/>
          <a:p>
            <a:r>
              <a:t>MAP — Medina → Cyprus. **This is the first point on the map that is across water.**</a:t>
            </a:r>
          </a:p>
          <a:p/>
          <a:p>
            <a:r>
              <a:t>BACKGROUND (read at home, not aloud) —</a:t>
            </a:r>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WHEN, as the card gives it: the ḥadīth: at Medina, in the Prophet's ﷺ lifetime. The expedition: 28 AH — البدایہ ج7 ص290 records 27، 28 and 33</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17–20 AH; the sources differ on the year, so say "years later". ⚠ «⁨واستشهدني⁩» is where the sources stop — add nothing</a:t>
            </a:r>
          </a:p>
          <a:p/>
          <a:p>
            <a:r>
              <a:t>SAY —</a:t>
            </a:r>
          </a:p>
          <a:p>
            <a:r>
              <a:t>1. Months of siege, and the assaults keep failing — The men know a ḥadīth about al-Barāʾ ؓ.</a:t>
            </a:r>
          </a:p>
          <a:p>
            <a:r>
              <a:t>2. What it says — That if he swore an oath upon Allah, Allah would answer it.</a:t>
            </a:r>
          </a:p>
          <a:p>
            <a:r>
              <a:t>3. What they asked him for — That he swear that oath for them.</a:t>
            </a:r>
          </a:p>
          <a:p>
            <a:r>
              <a:t>4. What he added, unasked — And take me as a martyr.</a:t>
            </a:r>
          </a:p>
          <a:p>
            <a:r>
              <a:t>   ^ read the Arabic on the face here</a:t>
            </a:r>
          </a:p>
          <a:p>
            <a:r>
              <a:t>5. That day — They broke the enemy, and he was killed inside the city.</a:t>
            </a:r>
          </a:p>
          <a:p/>
          <a:p>
            <a:r>
              <a:t>QUOTE — قَالَ الْمُسْلِمُونَ: يَا بَرَاءُ أَقْسِمْ عَلَى رَبِّكَ لَيَهْزِمَنَّهُمْ لَنَا. قَالَ: اللَّهُمَّ اهْزِمْهُمْ لَنَا وَاسْتَشْهِدْنِي.</a:t>
            </a:r>
          </a:p>
          <a:p>
            <a:r>
              <a:t>"The Muslims said: Barāʾ, swear upon your Lord that He will defeat them for us. He said: O Allah, defeat them for us, and take me as a martyr."</a:t>
            </a:r>
          </a:p>
          <a:p>
            <a:r>
              <a:t>— الکامل فی التاریخ ج۲ ص۳۶۸ (identically at البدایہ ج۷ ص۱۹۷)</a:t>
            </a:r>
          </a:p>
          <a:p/>
          <a:p>
            <a:r>
              <a:t>عبرت — He was asked to pray for the army; he prayed for the army and put himself in the cost column.</a:t>
            </a:r>
          </a:p>
          <a:p/>
          <a:p>
            <a:r>
              <a:t>⚠ (Delivery note: «واستشهدني» is where the sources stop. Nothing may be added after it.)</a:t>
            </a:r>
          </a:p>
          <a:p/>
          <a:p>
            <a:r>
              <a:t>MAP — خوزستان — تُسْتَر, east of البصرة; the Persian frontier moves past the Zagros</a:t>
            </a:r>
          </a:p>
          <a:p/>
          <a:p>
            <a:r>
              <a:t>BACKGROUND (read at home, not aloud) —</a:t>
            </a:r>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WHEN, as the card gives it: the conquest of تُسْتَر — سیر ج1 ص198 says 20 AH; البدایہ and الکامل narrate it under 17 AH both ways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Anas ؓ was there: the prayer he would not have traded for red camels — and he is the brother of the man killed at that wall</a:t>
            </a:r>
          </a:p>
          <a:p/>
          <a:p>
            <a:r>
              <a:t>SAY —</a:t>
            </a:r>
          </a:p>
          <a:p>
            <a:r>
              <a:t>1. Volunteers go in at night with the water — They put the gatekeepers to sleep and open the gates at Fajr.</a:t>
            </a:r>
          </a:p>
          <a:p>
            <a:r>
              <a:t>2. The fighting runs into the morning — Nobody prayed Ṣubḥ until after the sun was up.</a:t>
            </a:r>
          </a:p>
          <a:p>
            <a:r>
              <a:t>3. What Anas ؓ said afterwards — He would not have traded that prayer for red camels.</a:t>
            </a:r>
          </a:p>
          <a:p>
            <a:r>
              <a:t>   ^ read the Arabic on the face here</a:t>
            </a:r>
          </a:p>
          <a:p>
            <a:r>
              <a:t>4. Who he was that day — The man who took the captured lord of the city back to ʿUmar ؓ, and the brother of the man killed at that wall.</a:t>
            </a:r>
          </a:p>
          <a:p/>
          <a:p>
            <a:r>
              <a:t>QUOTE — شهدت فتح تُسْتَر، وذلك عند صلاة الفجر، فاشتغل الناس بالفتح فما صلوا الصبح إلا بعد طلوع الشمس فما أحب أن لي بتلك الصلاة حمرَ النعم.</a:t>
            </a:r>
          </a:p>
          <a:p>
            <a:r>
              <a:t>"I was present at the conquest of Tustar, and it was at the time of the dawn prayer; the men were taken up with the conquest and did not pray Ṣubḥ until after sunrise — and I would not wish red camels in exchange for that prayer."</a:t>
            </a:r>
          </a:p>
          <a:p>
            <a:r>
              <a:t>— البدایہ والنہایہ ج۷ ص۱۹۸ (the page cites البخاري)</a:t>
            </a:r>
          </a:p>
          <a:p/>
          <a:p>
            <a:r>
              <a:t>عبرت — The same morning is a conquest in one man's memory and a brother's grave in another's.</a:t>
            </a:r>
          </a:p>
          <a:p/>
          <a:p>
            <a:r>
              <a:t>MAP — تُسْتَر</a:t>
            </a:r>
          </a:p>
          <a:p/>
          <a:p>
            <a:r>
              <a:t>BACKGROUND (read at home, not aloud) —</a:t>
            </a:r>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WHEN, as the card gives it: the same morning as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⁨سیر⁩ itself says the better-known report has him dying at Medina. Give both, or give neither</a:t>
            </a:r>
          </a:p>
          <a:p/>
          <a:p>
            <a:r>
              <a:t>SAY —</a:t>
            </a:r>
          </a:p>
          <a:p>
            <a:r>
              <a:t>1. He was old — And he read the āya: go forth, light and heavy.</a:t>
            </a:r>
          </a:p>
          <a:p>
            <a:r>
              <a:t>2. He took it as addressed to him — Equip me.</a:t>
            </a:r>
          </a:p>
          <a:p>
            <a:r>
              <a:t>   ^ read the Arabic on the face here</a:t>
            </a:r>
          </a:p>
          <a:p>
            <a:r>
              <a:t>3. His sons tried to talk him out of it — He had fought under the Prophet ﷺ, Abū Bakr ؓ and ʿUmar ؓ.</a:t>
            </a:r>
          </a:p>
          <a:p>
            <a:r>
              <a:t>4. He refused — He went to sea, and died on the ship.</a:t>
            </a:r>
          </a:p>
          <a:p>
            <a:r>
              <a:t>5. What followed — They found no island to bury him on for seven days.</a:t>
            </a:r>
          </a:p>
          <a:p/>
          <a:p>
            <a:r>
              <a:t>QUOTE — اسْتَنْفَرَنَا اللهُ وَأَمَرَنَا، شُيُوْخَنَا وَشَبَابَنَا، جَهِّزُوْنِي.</a:t>
            </a:r>
          </a:p>
          <a:p>
            <a:r>
              <a:t>"Allah has called us out and commanded us — our old and our young. Equip me."</a:t>
            </a:r>
          </a:p>
          <a:p>
            <a:r>
              <a:t>— سیر أعلام النبلاء ج۲ ص۳۴</a:t>
            </a:r>
          </a:p>
          <a:p/>
          <a:p>
            <a:r>
              <a:t>عبرت — He would not let his sons carry an obligation he read as his own.</a:t>
            </a:r>
          </a:p>
          <a:p/>
          <a:p>
            <a:r>
              <a:t>⚠ (Delivery note: سیر itself says the better-known report has him dying at Medina, and lists 34, 32 and 51 as years. Tell the story; give no year.)</a:t>
            </a:r>
          </a:p>
          <a:p/>
          <a:p>
            <a:r>
              <a:t>MAP — Medina → the sea</a:t>
            </a:r>
          </a:p>
          <a:p/>
          <a:p>
            <a:r>
              <a:t>BACKGROUND (read at home, not aloud) —</a:t>
            </a:r>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 The people: أبو حذيفة ؓ and سالم ؓ</a:t>
            </a:r>
          </a:p>
          <a:p/>
          <a:p>
            <a:r>
              <a:t>*Source note: [`abu-hudhayfa-and-salim-mawla-abi-hudhayfa.md`](../docs/research/abu-hudhayfa-and-salim-mawla-abi-hudhayfa.md) — read it for the pages behind these cards.*</a:t>
            </a:r>
          </a:p>
          <a:p/>
          <a:p>
            <a:r>
              <a:t>WHEN, as the card gives it: the caliphate of عثمان ؓ (سیر ج2 ص28: عثمان ؓ prayed over him)</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was one house. Here is the other one — and it begins in Mecca, with a man whose father was one of the great men of Quraysh, and with a slave who came from Persia.</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⁨الذہبی⁩ says all three things in one sentence and softens none of them</a:t>
            </a:r>
          </a:p>
          <a:p/>
          <a:p>
            <a:r>
              <a:t>SAY —</a:t>
            </a:r>
          </a:p>
          <a:p>
            <a:r>
              <a:t>1. Whose son he was — ʿUtba b. Rabīʿa, one of the great men of Quraysh before Islam.</a:t>
            </a:r>
          </a:p>
          <a:p>
            <a:r>
              <a:t>2. How al-Dhahabī رحمہ اللہ opens his notice — He does not soften the position at all.</a:t>
            </a:r>
          </a:p>
          <a:p>
            <a:r>
              <a:t>3. Three things in one sentence — A martyr; the son of the elder of the Jāhiliyya; a man of Badr.</a:t>
            </a:r>
          </a:p>
          <a:p>
            <a:r>
              <a:t>   ^ read the Arabic on the face here</a:t>
            </a:r>
          </a:p>
          <a:p>
            <a:r>
              <a:t>4. How early he was — A Muslim before the Companions were even meeting in the house of al-Arqam.</a:t>
            </a:r>
          </a:p>
          <a:p/>
          <a:p>
            <a:r>
              <a:t>QUOTE — السَّيِّدُ الكَبِيْرُ، الشَّهِيْدُ، أَبُو حُذَيْفَةَ ابْنُ شَيْخِ الجَاهِلِيَّةِ: عُتْبَةَ بنِ رَبِيْعَةَ … القُرَشِيُّ، العَبْشَمِيُّ، البَدْرِيُّ</a:t>
            </a:r>
          </a:p>
          <a:p>
            <a:r>
              <a:t>"The great chief, the martyr, Abū Ḥudhayfa — son of the elder of the Jāhiliyya, ʿUtba b. Rabīʿa — al-Qurashī, al-ʿAbshamī, the man of Badr."</a:t>
            </a:r>
          </a:p>
          <a:p>
            <a:r>
              <a:t>— سیر أعلام النبلاء ج۱ ص۱۶۴</a:t>
            </a:r>
          </a:p>
          <a:p/>
          <a:p>
            <a:r>
              <a:t>عبرت — A man's descent is recorded honestly, and it is not what he is judged by.</a:t>
            </a:r>
          </a:p>
          <a:p/>
          <a:p>
            <a:r>
              <a:t>HANDS UP — Before it: "Who here has a relative who did not agree with the biggest decision they ever made?" — then leave the hands up for one beat and move on. Do not develop it.</a:t>
            </a:r>
          </a:p>
          <a:p/>
          <a:p>
            <a:r>
              <a:t>BACKGROUND (read at home, not aloud) —</a:t>
            </a:r>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WHEN, as the card gives it: before دار الأرقم</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Abyssinia. ⚠ The party's composition is ⁨ابن کثیر⁩ reporting ⁨الواقدی⁩ — say "it is reported"</a:t>
            </a:r>
          </a:p>
          <a:p/>
          <a:p>
            <a:r>
              <a:t>SAY —</a:t>
            </a:r>
          </a:p>
          <a:p>
            <a:r>
              <a:t>1. The persecution in Mecca got past bearing — A small party left for Abyssinia.</a:t>
            </a:r>
          </a:p>
          <a:p>
            <a:r>
              <a:t>2. Why there — The Prophet ﷺ had said there was a king there under whom no one was wronged.</a:t>
            </a:r>
          </a:p>
          <a:p>
            <a:r>
              <a:t>3. Who went — Eleven men and four women, down to the sea.</a:t>
            </a:r>
          </a:p>
          <a:p>
            <a:r>
              <a:t>4. The ship — Hired for half a dinar.</a:t>
            </a:r>
          </a:p>
          <a:p>
            <a:r>
              <a:t>   ^ read the Arabic on the face here</a:t>
            </a:r>
          </a:p>
          <a:p>
            <a:r>
              <a:t>5. Who was on it — ʿUthmān ؓ and Ruqayya ؓ; and Abū Ḥudhayfa ؓ with his wife Sahla ؓ.</a:t>
            </a:r>
          </a:p>
          <a:p/>
          <a:p>
            <a:r>
              <a:t>QUOTE — فاستأجروا سفينةً بنصف دينار إلى الحبشة، وهم عثمان بن عفان، وامرأته رُقَيَّة بنت رسول الله ﷺ، وأبو حُذيفة بن عتبة، وامرأته سهلة بنت سُهيل</a:t>
            </a:r>
          </a:p>
          <a:p>
            <a:r>
              <a:t>"So they hired a ship for half a dinar to Abyssinia. They were: ʿUthmān b. ʿAffān and his wife Ruqayya, daughter of the Messenger of Allah ﷺ; and Abū Ḥudhayfa b. ʿUtba and his wife Sahla bt. Suhayl…"</a:t>
            </a:r>
          </a:p>
          <a:p>
            <a:r>
              <a:t>— البدایہ والنہایہ ج۳ ص۲۸۱</a:t>
            </a:r>
          </a:p>
          <a:p/>
          <a:p>
            <a:r>
              <a:t>عبرت — The first thing this ummah did when it could not stay was to pool a fare and leave together.</a:t>
            </a:r>
          </a:p>
          <a:p/>
          <a:p>
            <a:r>
              <a:t>MAP — Mecca → the Red Sea coast → **Abyssinia**. The first arrow that ever leaves Arabia.</a:t>
            </a:r>
          </a:p>
          <a:p/>
          <a:p>
            <a:r>
              <a:t>BACKGROUND (read at home, not aloud) —</a:t>
            </a:r>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WHEN, as the card gives it: 5 years after the beginning of revelation (البدایہ ج3 ص281, ابن کثیر reporting الواقدی)</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optional: "where do you think the man who led the Muhājirūn in prayer came from?" — then the answer</a:t>
            </a:r>
          </a:p>
          <a:p/>
          <a:p>
            <a:r>
              <a:t>SAY —</a:t>
            </a:r>
          </a:p>
          <a:p>
            <a:r>
              <a:t>1. He was a slave — His origin was Iṣṭakhr, in Persia.</a:t>
            </a:r>
          </a:p>
          <a:p>
            <a:r>
              <a:t>2. The household freed him — And Abū Ḥudhayfa ؓ took him as his own.</a:t>
            </a:r>
          </a:p>
          <a:p>
            <a:r>
              <a:t>3. How al-Dhahabī رحمہ اللہ opens his notice — Four descriptions in a row.</a:t>
            </a:r>
          </a:p>
          <a:p>
            <a:r>
              <a:t>   ^ read the Arabic on the face here</a:t>
            </a:r>
          </a:p>
          <a:p/>
          <a:p>
            <a:r>
              <a:t>QUOTE — مِنَ السَّابِقِيْنَ الأَوَّلِيْنَ، البَدْرِيِّيْنَ، المُقَرَّبِيْنَ، العَالِمِيْنَ … أَصْلُهُ مِنْ إِصْطَخْرَ</a:t>
            </a:r>
          </a:p>
          <a:p>
            <a:r>
              <a:t>"Of the first forerunners, of the men of Badr, of those brought near, of the learned … his origin is from Iṣṭakhr."</a:t>
            </a:r>
          </a:p>
          <a:p>
            <a:r>
              <a:t>— سیر أعلام النبلاء ج۱ ص۱۶۷</a:t>
            </a:r>
          </a:p>
          <a:p/>
          <a:p>
            <a:r>
              <a:t>عبرت — The books record where he came from in four words and what he became in four titles.</a:t>
            </a:r>
          </a:p>
          <a:p/>
          <a:p>
            <a:r>
              <a:t>HANDS UP — Before it: "Where do you think the man who led the Muhājirūn in prayer came from?"</a:t>
            </a:r>
          </a:p>
          <a:p/>
          <a:p>
            <a:r>
              <a:t>MAP — a faint line from **إصطخر** (Fārs) to **المدینہ** — the only line on the map that comes *into* Arabia.</a:t>
            </a:r>
          </a:p>
          <a:p/>
          <a:p>
            <a:r>
              <a:t>BACKGROUND (read at home, not aloud) —</a:t>
            </a:r>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WHEN, as the card gives it: before the hijra</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 freed slave leads, because he carried the most Qurʾān — and ʿUmar ؓ is praying behind him</a:t>
            </a:r>
          </a:p>
          <a:p/>
          <a:p>
            <a:r>
              <a:t>SAY —</a:t>
            </a:r>
          </a:p>
          <a:p>
            <a:r>
              <a:t>1. The Muhājirūn reach Medina before the Prophet ﷺ does — They camp at al-ʿUṣba, beside Qubāʾ.</a:t>
            </a:r>
          </a:p>
          <a:p>
            <a:r>
              <a:t>2. Someone has to lead the prayer — They put forward a freed slave.</a:t>
            </a:r>
          </a:p>
          <a:p>
            <a:r>
              <a:t>3. Why him — Because he carried more of the Qurʾān than any of them.</a:t>
            </a:r>
          </a:p>
          <a:p>
            <a:r>
              <a:t>   ^ read the Arabic on the face here</a:t>
            </a:r>
          </a:p>
          <a:p>
            <a:r>
              <a:t>4. Who prayed behind him — ʿUmar b. al-Khaṭṭāb ؓ among them.</a:t>
            </a:r>
          </a:p>
          <a:p/>
          <a:p>
            <a:r>
              <a:t>QUOTE — أَنَّ المُهَاجِرِيْنَ نَزَلُوا بِالعُصْبَةِ إِلَى جَنْبِ قُبَاءَ، فَأَمَّهُم سَالِمٌ مَوْلَى أَبِي حُذَيْفَةَ، لأَنَّهُ كَانَ … أَكْثَرَهُم قُرْآناً، فِيْهِم عُمَرُ، وَأَبُو سَلَمَةَ بنُ عَبْدِ الأَسَدِ</a:t>
            </a:r>
          </a:p>
          <a:p>
            <a:r>
              <a:t>"The Muhājirūn camped at al-ʿUṣba beside Qubāʾ, and Sālim, the freedman of Abū Ḥudhayfa, led them in prayer, because he had the most Qurʾān of them — among them ʿUmar and Abū Salama b. ʿAbd al-Asad."</a:t>
            </a:r>
          </a:p>
          <a:p>
            <a:r>
              <a:t>— سیر أعلام النبلاء ج۱ ص۱۶۸–۱۶۹ و (the ellipsis marks the page turn — nothing is omitted)</a:t>
            </a:r>
          </a:p>
          <a:p/>
          <a:p>
            <a:r>
              <a:t>عبرت — The first thing the Muhājirūn did on arriving was to put the best reciter in front, whoever he was.</a:t>
            </a:r>
          </a:p>
          <a:p/>
          <a:p>
            <a:r>
              <a:t>MAP — **قُباء**, just outside Medina — the first pin on the Medina inset.</a:t>
            </a:r>
          </a:p>
          <a:p/>
          <a:p>
            <a:r>
              <a:t>BACKGROUND (read at home, not aloud) —</a:t>
            </a:r>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WHEN, as the card gives it: before the Prophet ﷺ reached Medina</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Narrate, do not dwell. The father and the brother on one side, the son on the other. No comment is added; the next card is the comment</a:t>
            </a:r>
          </a:p>
          <a:p/>
          <a:p>
            <a:r>
              <a:t>SAY —</a:t>
            </a:r>
          </a:p>
          <a:p>
            <a:r>
              <a:t>1. Badr opens with single combat — Quraysh call for their equals to come out.</a:t>
            </a:r>
          </a:p>
          <a:p>
            <a:r>
              <a:t>2. Whom the Prophet ﷺ sent — ʿUbayda b. al-Ḥārith ؓ, Ḥamza ؓ and ʿAlī ؓ.</a:t>
            </a:r>
          </a:p>
          <a:p>
            <a:r>
              <a:t>3. Who came out against them — ʿUtba b. Rabīʿa, his brother Shayba, and ʿUtba's son al-Walīd.</a:t>
            </a:r>
          </a:p>
          <a:p>
            <a:r>
              <a:t>4. All three of the Meccans were killed — And Abū Ḥudhayfa ؓ was standing with the Muslims.</a:t>
            </a:r>
          </a:p>
          <a:p>
            <a:r>
              <a:t>   ^ read the Arabic on the face here</a:t>
            </a:r>
          </a:p>
          <a:p>
            <a:r>
              <a:t>5. What that is — His father and his brother on one side, and himself on the other.</a:t>
            </a:r>
          </a:p>
          <a:p/>
          <a:p>
            <a:r>
              <a:t>QUOTE — فبارز عبيدة، وكان أسنّ القوم، عتبة، وبارز حمزة شيبة، وبارز عليٌّ الوليد بن عتبة</a:t>
            </a:r>
          </a:p>
          <a:p>
            <a:r>
              <a:t>"ʿUbayda — and he was the oldest of them — faced ʿUtba; Ḥamza faced Shayba; and ʿAlī faced al-Walīd b. ʿUtba."</a:t>
            </a:r>
          </a:p>
          <a:p>
            <a:r>
              <a:t>— البدایہ والنہایہ ج۴ ص۶۰</a:t>
            </a:r>
          </a:p>
          <a:p/>
          <a:p>
            <a:r>
              <a:t>عبرت — He was not asked to stop being his father's son. He was asked which side of the field to stand on, and he answered that question only.</a:t>
            </a:r>
          </a:p>
          <a:p/>
          <a:p>
            <a:r>
              <a:t>MAP — **بدر**, the first battle marker on the line.</a:t>
            </a:r>
          </a:p>
          <a:p/>
          <a:p>
            <a:r>
              <a:t>BACKGROUND (read at home, not aloud) —</a:t>
            </a:r>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WHEN, as the card gives it: 2 AH</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answer is not a denial of grief. This card is why #76 is tellable at all</a:t>
            </a:r>
          </a:p>
          <a:p/>
          <a:p>
            <a:r>
              <a:t>SAY —</a:t>
            </a:r>
          </a:p>
          <a:p>
            <a:r>
              <a:t>1. After the battle — The dead of Quraysh are put into the well.</a:t>
            </a:r>
          </a:p>
          <a:p>
            <a:r>
              <a:t>2. The Prophet ﷺ looks at the son's face — And sees that it has gone pale.</a:t>
            </a:r>
          </a:p>
          <a:p>
            <a:r>
              <a:t>3. What he asked him — Has something entered you about your father?</a:t>
            </a:r>
          </a:p>
          <a:p>
            <a:r>
              <a:t>4. The answer — I never doubted his fate; I had known a judgement and a forbearance in him, and hoped it would bring him to Islam.</a:t>
            </a:r>
          </a:p>
          <a:p>
            <a:r>
              <a:t>   ^ read the Arabic on the face here</a:t>
            </a:r>
          </a:p>
          <a:p>
            <a:r>
              <a:t>5. And then — The Prophet ﷺ prayed for him, and spoke kindly to him.</a:t>
            </a:r>
          </a:p>
          <a:p/>
          <a:p>
            <a:r>
              <a:t>QUOTE — لما سحب عتبة بن ربيعة إلى القليب نظر رسول الله صلى الله عليه وسلم في وجه أبي حذيفة ابنه، فإذا هو كئيب متغير. فقال: "لعلك قد دخلك من شأن أبيك شيء"؟. قال: لا والله ما شككت في أبي ولا في مصرعه، ولكني كنت أعرف منه رأيا وحلما، فكنت أرجو أن يسلم، فلما رأيت ما أصابه وما مات عليه أحزنني ذلك. فدعا له النبي صلى الله عليه وسلم وقال له خيرا</a:t>
            </a:r>
          </a:p>
          <a:p>
            <a:r>
              <a:t>"When ʿUtba b. Rabīʿa was dragged to the well, the Messenger of Allah ﷺ looked into the face of his son Abū Ḥudhayfa, and there he was, downcast and changed. He said: 'Perhaps something has entered you about the matter of your father?' He said: No, by Allah, I have not doubted my father nor where he fell. But I knew in him a judgement and a forbearance, and I used to hope he would accept Islam; and when I saw what befell him and what he died upon, that grieved me. So the Prophet ﷺ prayed for him and spoke kindly to him."</a:t>
            </a:r>
          </a:p>
          <a:p>
            <a:r>
              <a:t>— سیر أعلام النبلاء (السیرة النبویة) ص۳۱۲ (the page spells the honorific out in full, and is quoted as it stands)</a:t>
            </a:r>
          </a:p>
          <a:p/>
          <a:p>
            <a:r>
              <a:t>عبرت — He was not told that grief was a fault, and he did not pretend he had none.</a:t>
            </a:r>
          </a:p>
          <a:p/>
          <a:p>
            <a:r>
              <a:t>BACKGROUND (read at home, not aloud) —</a:t>
            </a:r>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WHEN, as the card gives it: 2 AH, after بدر</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It is about al-ʿAbbās ؓ at Badr. If it is told, it ends where the books end it: and he was killed a martyr at al-Yamāma</a:t>
            </a:r>
          </a:p>
          <a:p/>
          <a:p>
            <a:r>
              <a:t>SAY —</a:t>
            </a:r>
          </a:p>
          <a:p>
            <a:r>
              <a:t>1. Before the fighting at Badr — The Prophet ﷺ names men brought out against their will, not to be killed.</a:t>
            </a:r>
          </a:p>
          <a:p>
            <a:r>
              <a:t>2. Among them, his own uncle — al-ʿAbbās ؓ.</a:t>
            </a:r>
          </a:p>
          <a:p>
            <a:r>
              <a:t>3. What Abū Ḥudhayfa ؓ said out loud — Are we to kill our fathers and sons and brothers, and leave al-ʿAbbās?</a:t>
            </a:r>
          </a:p>
          <a:p>
            <a:r>
              <a:t>4. Word of it reached the Prophet ﷺ — And he never forgave himself for it.</a:t>
            </a:r>
          </a:p>
          <a:p>
            <a:r>
              <a:t>5. What he said afterwards — He would not stop fearing that word unless martyrdom wiped it away.</a:t>
            </a:r>
          </a:p>
          <a:p>
            <a:r>
              <a:t>   ^ read the Arabic on the face here</a:t>
            </a:r>
          </a:p>
          <a:p>
            <a:r>
              <a:t>6. Where three books end the sentence — And he was killed a martyr at al-Yamāma.</a:t>
            </a:r>
          </a:p>
          <a:p/>
          <a:p>
            <a:r>
              <a:t>QUOTE — ما أنا بآمنٍ من تلك الكلمة التي قُلتُ يومئذٍ، ولا أزالُ منها خائفًا إلّا أن تُكفّرها عنّي الشهادةُ، فقُتل يوم اليمامة شهيدًا</a:t>
            </a:r>
          </a:p>
          <a:p>
            <a:r>
              <a:t>"I am not safe from that word I said that day; I shall not stop fearing it unless martyrdom wipes it away from me. And he was killed a martyr on the day of al-Yamāma."</a:t>
            </a:r>
          </a:p>
          <a:p>
            <a:r>
              <a:t>— البدایہ والنہایہ ج۴ ص۷۷</a:t>
            </a:r>
          </a:p>
          <a:p/>
          <a:p>
            <a:r>
              <a:t>عبرت — He treated one sentence spoken in anger as a debt, and he carried it for ten years.</a:t>
            </a:r>
          </a:p>
          <a:p/>
          <a:p>
            <a:r>
              <a:t>⚠ **Discretion note.** The same page carries عمر ؓ's heated reply. **It is not to be read out, put on</a:t>
            </a:r>
          </a:p>
          <a:p>
            <a:r>
              <a:t>a slide, or volunteered.** Tell only Abū Ḥudhayfa's ؓ own words about himself. See §3.2.</a:t>
            </a:r>
          </a:p>
          <a:p/>
          <a:p>
            <a:r>
              <a:t>BACKGROUND (read at home, not aloud) —</a:t>
            </a:r>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WHEN, as the card gives it: 2 AH, and answered 12 AH</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Stay on what the card says: the law changed, and the household kept him by every other means. Do not open the fiqh</a:t>
            </a:r>
          </a:p>
          <a:p/>
          <a:p>
            <a:r>
              <a:t>SAY —</a:t>
            </a:r>
          </a:p>
          <a:p>
            <a:r>
              <a:t>1. He had adopted him — And married him to his own niece Fāṭima, daughter of the brother killed at Badr.</a:t>
            </a:r>
          </a:p>
          <a:p>
            <a:r>
              <a:t>2. Then the āya came down — Call them by their fathers.</a:t>
            </a:r>
          </a:p>
          <a:p>
            <a:r>
              <a:t>   ^ read the Arabic on the face here</a:t>
            </a:r>
          </a:p>
          <a:p>
            <a:r>
              <a:t>3. What changed in law — Adoption was no longer a legal fact, and he was no longer a son of the house.</a:t>
            </a:r>
          </a:p>
          <a:p>
            <a:r>
              <a:t>4. What the household did — It did not put him out; it kept him by every other means it had.</a:t>
            </a:r>
          </a:p>
          <a:p/>
          <a:p>
            <a:r>
              <a:t>QUOTE — وقد تَبنّاهُ أبو حُذَيْفة وزوَّجَهُ بابنةِ أخيه فاطمة بنت الوليد بن عُتْبة، فلما أنزل الله ﴿ادْعُوهُمْ لِآبَائِهِمْ﴾</a:t>
            </a:r>
          </a:p>
          <a:p>
            <a:r>
              <a:t>"Abū Ḥudhayfa had adopted him and married him to his brother's daughter, Fāṭima bt. al-Walīd b. ʿUtba. Then Allah sent down: ﴾Call them by their fathers﴿."</a:t>
            </a:r>
          </a:p>
          <a:p>
            <a:r>
              <a:t>— البدایہ والنہایہ ج۷ ص۵۰</a:t>
            </a:r>
          </a:p>
          <a:p/>
          <a:p>
            <a:r>
              <a:t>عبرت — A ruling changed what he could be called, and it did not change what the household did for him.</a:t>
            </a:r>
          </a:p>
          <a:p/>
          <a:p>
            <a:r>
              <a:t>⚠ **Discretion note.** The same page continues into the رضاعة report, which is a live فقہی</a:t>
            </a:r>
          </a:p>
          <a:p>
            <a:r>
              <a:t>question. **Do not go past the verse.** If a written slip asks, use §6.3 and stop: it is in صحیح</a:t>
            </a:r>
          </a:p>
          <a:p>
            <a:r>
              <a:t>مسلم; the Prophet's ﷺ wives held it a dispensation for Sālim ؓ in particular; الذہبی records the</a:t>
            </a:r>
          </a:p>
          <a:p>
            <a:r>
              <a:t>majority of the scholars taking it that way; the ruling is a matter for the فقہاء.</a:t>
            </a:r>
          </a:p>
          <a:p/>
          <a:p>
            <a:r>
              <a:t>BACKGROUND (read at home, not aloud) —</a:t>
            </a:r>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WHEN, as the card gives it: Medina, after الأحزاب 5 was revealed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⁨الذہبی⁩ marks the chain good — say so, it is a "how do we know?" beat. End the part here: it is the best last line in it</a:t>
            </a:r>
          </a:p>
          <a:p/>
          <a:p>
            <a:r>
              <a:t>SAY —</a:t>
            </a:r>
          </a:p>
          <a:p>
            <a:r>
              <a:t>1. ʿĀʾisha ؓ comes in late — The Prophet ﷺ asks what kept her.</a:t>
            </a:r>
          </a:p>
          <a:p>
            <a:r>
              <a:t>2. What she said — A voice reciting in the mosque, finer than any she had heard.</a:t>
            </a:r>
          </a:p>
          <a:p>
            <a:r>
              <a:t>3. What he did — He took his cloak and went out to listen.</a:t>
            </a:r>
          </a:p>
          <a:p>
            <a:r>
              <a:t>   ^ read the Arabic on the face here</a:t>
            </a:r>
          </a:p>
          <a:p>
            <a:r>
              <a:t>4. Who it was — Sālim ؓ, the freedman of Abū Ḥudhayfa ؓ.</a:t>
            </a:r>
          </a:p>
          <a:p>
            <a:r>
              <a:t>5. The chain — al-Dhahabī رحمہ اللہ records it and marks it good.</a:t>
            </a:r>
          </a:p>
          <a:p/>
          <a:p>
            <a:r>
              <a:t>QUOTE — فَأَخَذَ رِدَاءهُ، وَخَرَجَ يَسْمَعُهُ، فَإِذَا هُوَ سَالِمٌ مَوْلَى أَبِي حُذَيْفَةَ. فَقَالَ: (الحَمْدُ لِلِّهِ الَّذِي جَعَلَ فِي أُمَّتِي مِثْلَكَ)</a:t>
            </a:r>
          </a:p>
          <a:p>
            <a:r>
              <a:t>"So he took his cloak and went out to listen to him — and it was Sālim, the freedman of Abū Ḥudhayfa. And he said: 'Praise be to Allah, who has put the like of you in my ummah.'"</a:t>
            </a:r>
          </a:p>
          <a:p>
            <a:r>
              <a:t>— سیر أعلام النبلاء ج۱ ص۱۶۸</a:t>
            </a:r>
          </a:p>
          <a:p/>
          <a:p>
            <a:r>
              <a:t>عبرت — He was praised for what he carried, and the praise is recorded in the words the Prophet ﷺ used.</a:t>
            </a:r>
          </a:p>
          <a:p/>
          <a:p>
            <a:r>
              <a:t>BACKGROUND (read at home, not aloud) —</a:t>
            </a:r>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WHEN, as the card gives it: Medina — الذہبی: «إسناده جيد»</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man whose shroud the room saw at #26. The three things he was told — live praised, killed a martyr, enter the Garden — and the room has already watched the second happen</a:t>
            </a:r>
          </a:p>
          <a:p/>
          <a:p>
            <a:r>
              <a:t>SAY —</a:t>
            </a:r>
          </a:p>
          <a:p>
            <a:r>
              <a:t>1. Who he was — Thābit b. Qays ؓ, the orator of the Anṣār, with a very loud voice.</a:t>
            </a:r>
          </a:p>
          <a:p>
            <a:r>
              <a:t>2. The āya forbidding raised voices above the Prophet's ﷺ — He concluded he was of the people of the Fire.</a:t>
            </a:r>
          </a:p>
          <a:p>
            <a:r>
              <a:t>3. He shut himself in his house — And stopped coming.</a:t>
            </a:r>
          </a:p>
          <a:p>
            <a:r>
              <a:t>4. The Prophet ﷺ noticed he was missing and sent to ask — And said: he is of the people of the Garden.</a:t>
            </a:r>
          </a:p>
          <a:p>
            <a:r>
              <a:t>   ^ read the Arabic on the face here</a:t>
            </a:r>
          </a:p>
          <a:p>
            <a:r>
              <a:t>5. In another report — He is told he will live praised, be killed a martyr, and enter the Garden.</a:t>
            </a:r>
          </a:p>
          <a:p/>
          <a:p>
            <a:r>
              <a:t>QUOTE — فَقَالَ: (يَا ثَابِتُ! أَمَا تَرْضَى أَنْ تَعِيْشَ حَمِيْداً، وَتُقْتَلَ شَهِيْداً، وَتَدْخُلَ الجَنَّةَ)</a:t>
            </a:r>
          </a:p>
          <a:p>
            <a:r>
              <a:t>"He said: Thābit — are you not content to live praised, to be killed a martyr, and to enter the Garden?"</a:t>
            </a:r>
          </a:p>
          <a:p>
            <a:r>
              <a:t>— سیر أعلام النبلاء ج۱ ص۳۱۰</a:t>
            </a:r>
          </a:p>
          <a:p/>
          <a:p>
            <a:r>
              <a:t>عبرت — He was told the end of his own life years before it happened, and then he lived as though he believed it.</a:t>
            </a:r>
          </a:p>
          <a:p/>
          <a:p>
            <a:r>
              <a:t>⚠ The verse-and-house incident is in صحيح مسلم ١١٩ and صحيح البخاري ٣٦١٣ (سیر ed. fn., ج۱ ص۳۱۰ and ج۱ ص۳۱۱); البدایہ ج۷ ص۴۸ carries both this and the earlier لقمان ۱۸ incident in sequence.</a:t>
            </a:r>
          </a:p>
          <a:p/>
          <a:p>
            <a:r>
              <a:t>BACKGROUND (read at home, not aloud) —</a:t>
            </a:r>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**Play this card immediately before RCT/E-RC18 — it is what makes the shroud land.**</a:t>
            </a:r>
          </a:p>
          <a:p/>
          <a:p>
            <a:r>
              <a:t>WHEN, as the card gives it: المدینہ, after the revelation of الحجرات</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A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The quarrel is not closed by a verdict. It is closed by two bereaved men consoling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B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He was not dismissed for the defeat; he was given more ground to cross.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1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1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1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1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4</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al-Buṭāḥ and al-Yamāma</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10–12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line_s04_open.trim.png"/>
          <p:cNvPicPr>
            <a:picLocks noChangeAspect="1"/>
          </p:cNvPicPr>
          <p:nvPr/>
        </p:nvPicPr>
        <p:blipFill>
          <a:blip r:embed="rId2"/>
          <a:stretch>
            <a:fillRect/>
          </a:stretch>
        </p:blipFill>
        <p:spPr>
          <a:xfrm>
            <a:off x="1702869" y="1389888"/>
            <a:ext cx="8785957"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s03-close-stop-b-step-01.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Ṣanʿāʾ</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restored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two claimants still standing (10–12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Where the story stands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back to the north</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2</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at Buzākha, in Najd: Ṭulayḥa walked off the field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south: al-Aswad killed in Ṣanʿāʾ, the Yemen restored; Ḥaḍramawt still to come</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Two claimants still standing in the north: Musaylima at al-Yamāma, and Sajāḥ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End of 10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الأرضَ لله يُورِثُها منْ يَشاءُ من عباده والعاقبة للمتقين</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earth belongs to Allah; He gives it in inheritance to whomever He wills of His servants; and the outcome is for those who fear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لو سألتني هذه القطعة ما أعطيتكها</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asked me for this piece, I would not give it to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21 — Sahih al-Bukhari 4373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liar of Rabīʿa"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I bear witness that you are a liar and that Muḥammad ﷺ is truthful — but a liar of Rabīʿa is dearer to us than a truthful man of Muḍar.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comes down from the north</a:t>
            </a:r>
          </a:p>
        </p:txBody>
      </p:sp>
      <p:pic>
        <p:nvPicPr>
          <p:cNvPr id="5" name="Picture 4" descr="s04-01-sajah-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al-Jazīra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came from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turned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إذ أقبلت سجاح … التغلبية من الجزيرة، وهي من نصارى العرب، وقد ادَّعتِ النبوَّة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…Sajāḥ … al-Taghlibiyya came forward from al-Jazīra — and she was of the Christians of the Arabs — having claimed prophethood.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and afterwards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فكرَّتْ راجعةً إلى الجزيرة بعدما قبضَتْ من مسيلمة نصفَ خراجِ أرضِهِ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went back to al-Jazīra after she had taken from Musaylima half the kharāj of his land…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al-Yamāma before the army came</a:t>
            </a:r>
          </a:p>
        </p:txBody>
      </p:sp>
      <p:pic>
        <p:nvPicPr>
          <p:cNvPr id="5" name="Picture 4" descr="s04-02-al-yamama-before-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Thumāma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Banū Ḥanīfa itself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There were Muslims inside already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فَخَافَ إِنْ هُوَ شُغِلَ بِهَا أَنْ يَغْلِبَ ثُمَامَةُ وَشُرَحْبِيلُ بْنُ حَسَنَةَ وَالْقَبَائِلُ التى حَوْلَهُمْ عَلَى حَجْرٍ، وَهِيَ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feared that if he were occupied with her, Thumāma and Shuraḥbīl b. Ḥasana and the tribes around them would overcome Ḥajr — which is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al-Buṭāḥ, and the reckoning at Medina (11 AH)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After Buzākha</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orders</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Tied at Dhū al-Qaṣṣa: Ṭulayḥa first; when done, Mālik b. Nuwayra ؓ at al-Buṭāḥ</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Buzākha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Done: Ṭulayḥa walked off the field, and the tribes around him came back</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Next in the orders: the Tamīm country, and Mālik b. Nuwayra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Buzākha to al-Buṭāḥ</a:t>
            </a:r>
          </a:p>
        </p:txBody>
      </p:sp>
      <p:pic>
        <p:nvPicPr>
          <p:cNvPr id="5" name="Picture 4" descr="s04-03-buzakha-to-al-butah-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Buzākha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evening 2 stopped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al-Buṭāḥ</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third stop in the orders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Anṣār who would not march</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عَهِدَ إِلَيَّ أَنْ أَمْضِيَ، وَأَنَا الْأَمِيرُ … فَأَنَا قَاصِدٌ إِلَى مَالِكٍ وَمَنْ مَعِي، وَلَسْتُ أُكْرِهُهُمْ.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instructed me to go on, and I am the commander … So I am making for Mālik, with whoever is with me — and I do not compel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Mālik b. Nuwayra ؓ stands apart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إلَّا ما كانَ من مالك بن نويرة فإنّه متحيرٌ في أمره، مُتَنحٍّ عن الناس</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except for what was from Mālik b. Nuwayra, for he was perplexed about his own affair, keeping apart from the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"Disperse, and enter into this matter"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إِنَّا دُعِينَا إِلَى هَذَا الْأَمْرِ فَأَبْطَأْنَا عَنْهُ فَلَمْ نُفْلِحْ … فَتَفَرَّقُوا وَادْخُلُوا فِي هَذَا الْأَمْرِ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were called to this matter and we were slow to it and did not prosper … Disperse, and enter into this matter.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212–213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patrol could not agree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فشهد أبو قتادة - الحارث بن ربعي الأنصاري - أنهم أقاموا الصلاةَ، وقال آخرون: إنهم لم يُؤَذّنوا ولا صَلّوا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Qatāda al-Anṣārī — al-Ḥārith b. Ribʿī — testified that they had established the prayer, and others said they had neither given the adhān nor prayed.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night, four accounts</a:t>
            </a:r>
          </a:p>
        </p:txBody>
      </p:sp>
      <p:sp>
        <p:nvSpPr>
          <p:cNvPr id="6" name="card0"/>
          <p:cNvSpPr/>
          <p:nvPr/>
        </p:nvSpPr>
        <p:spPr>
          <a:xfrm>
            <a:off x="566928"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cold night</a:t>
            </a:r>
          </a:p>
        </p:txBody>
      </p:sp>
      <p:sp>
        <p:nvSpPr>
          <p:cNvPr id="9" name="TextBox 8"/>
          <p:cNvSpPr txBox="1"/>
          <p:nvPr/>
        </p:nvSpPr>
        <p:spPr>
          <a:xfrm>
            <a:off x="768096"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the crier's "warm your prisoners" taken as an order to kill. al-Kāmil: only warmth was meant</a:t>
            </a:r>
          </a:p>
        </p:txBody>
      </p:sp>
      <p:sp>
        <p:nvSpPr>
          <p:cNvPr id="10" name="card1"/>
          <p:cNvSpPr/>
          <p:nvPr/>
        </p:nvSpPr>
        <p:spPr>
          <a:xfrm>
            <a:off x="6205575"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5575"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6743"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Summoned</a:t>
            </a:r>
          </a:p>
        </p:txBody>
      </p:sp>
      <p:sp>
        <p:nvSpPr>
          <p:cNvPr id="13" name="TextBox 12"/>
          <p:cNvSpPr txBox="1"/>
          <p:nvPr/>
        </p:nvSpPr>
        <p:spPr>
          <a:xfrm>
            <a:off x="6406743"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"it is said": reproached over Sajāḥ and the zakāt, then an order to strike</a:t>
            </a:r>
          </a:p>
        </p:txBody>
      </p:sp>
      <p:sp>
        <p:nvSpPr>
          <p:cNvPr id="14" name="card2"/>
          <p:cNvSpPr/>
          <p:nvPr/>
        </p:nvSpPr>
        <p:spPr>
          <a:xfrm>
            <a:off x="566928"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Heard, then ordered</a:t>
            </a:r>
          </a:p>
        </p:txBody>
      </p:sp>
      <p:sp>
        <p:nvSpPr>
          <p:cNvPr id="17" name="TextBox 16"/>
          <p:cNvSpPr txBox="1"/>
          <p:nvPr/>
        </p:nvSpPr>
        <p:spPr>
          <a:xfrm>
            <a:off x="768096"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Abū Qatāda ؓ spoke for him; Khālid ؓ disliked what was said, and ordered the blow</a:t>
            </a:r>
          </a:p>
        </p:txBody>
      </p:sp>
      <p:sp>
        <p:nvSpPr>
          <p:cNvPr id="18" name="card3"/>
          <p:cNvSpPr/>
          <p:nvPr/>
        </p:nvSpPr>
        <p:spPr>
          <a:xfrm>
            <a:off x="6205575"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5575"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6743"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Quarter given?</a:t>
            </a:r>
          </a:p>
        </p:txBody>
      </p:sp>
      <p:sp>
        <p:nvSpPr>
          <p:cNvPr id="21" name="TextBox 20"/>
          <p:cNvSpPr txBox="1"/>
          <p:nvPr/>
        </p:nvSpPr>
        <p:spPr>
          <a:xfrm>
            <a:off x="6406743"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from al-Zuhrī: arms laid down; Abū Qatāda ؓ said quarter was given, the rest said not</a:t>
            </a:r>
          </a:p>
        </p:txBody>
      </p:sp>
      <p:sp>
        <p:nvSpPr>
          <p:cNvPr id="22" name="TextBox 21"/>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Four accounts in the books. We record them, and we do not choose.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Medina</a:t>
            </a:r>
          </a:p>
        </p:txBody>
      </p:sp>
      <p:pic>
        <p:nvPicPr>
          <p:cNvPr id="5" name="Picture 4" descr="s04-04-back-to-medin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Medina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is sent for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in the mosque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أرياءً قتلتَ امرأً مسلمًا ثم نزوتَ على امرأته، والله لأرجمنَّك بالجنادلِ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"Was it for show? You killed a Muslim man, then you leapt upon his wife. By Allah, I will stone you with stones!"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interpreted, and he was mistaken"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هِيهِ يَا عُمَرُ! تَأَوَّلَ فَأَخْطَأَ، فَارْفَعْ لِسَانَكَ عَنْ خَالِدٍ، فَإِنِّي لَا أَشِيمُ سَيْفًا سَلَّهُ اللَّهُ عَلَى الْكَافِرِينَ.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"Enough, ʿUmar! He interpreted and was mistaken. Lift your tongue off Khālid — for I do not sheathe a sword Allah has drawn against the disbelievers."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historian's own comment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historian's own verdict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واستمرَّ أبو بكر بخالدٍ على الإمرة، وإن كان قد اجتهد في قتلِ مالك بن نويرة وأخطأَ في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continued with Khālid in command, even though he had exercised his judgement in the killing of Mālik b. Nuwayra and was mistaken in killing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and Mutammim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مُتَمِّمٌ: … لَوْ كَانَ أَخِي صُرِعَ مَصْرَعَ أَخِيكَ لَمَا بَكَيْتُهُ. فَقَالَ عُمَرُ: مَا عَزَّانِي أَحَدٌ بِأَحْسَنَ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 had my brother fallen where your brother fell, I would not have wept for him. ʿUmar said: No one has ever consoled me better…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road to al-Yamāma (11–12 AH)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the mosque, 11 AH</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Mālik b. Nuwayra ؓ killed: a night the books tell four ways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ʿUmar ؓ objects in the mosque; Abū Bakr ؓ: he interpreted, and was mistaken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Next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One claimant still standing: Musaylima, at al-Yamāma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Out again, to al-Yamāma</a:t>
            </a:r>
          </a:p>
        </p:txBody>
      </p:sp>
      <p:pic>
        <p:nvPicPr>
          <p:cNvPr id="5" name="Picture 4" descr="s04-05-medina-to-al-yamam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al-Yamāma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and the reserve behind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Excused, and sent to al-Yamāma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لما رضيَ الصدِّيقُ عن خالد بن الوليد وعذَرَهُ بما اعتذرَ به، بعثَه إلى قتالِ بني حنيفة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Ṣiddīq was satisfied with Khālid b. al-Walīd and accepted the excuse he made, he sent him to fight Banū Ḥanīfa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at al-Yamāma</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One banner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Of the eleven banners, ʿIkrima ؓ had the one sent against Musaylima</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Behind him</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Shuraḥbīl b. Ḥasana ؓ, sent to follow him</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First there</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Both reached al-Yamāma before Khālid ؓ and the main army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commanders sent ahead</a:t>
            </a:r>
          </a:p>
        </p:txBody>
      </p:sp>
      <p:pic>
        <p:nvPicPr>
          <p:cNvPr id="5" name="Picture 4" descr="s04-06-two-commanders-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beaten, then sent on to Oman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Shuraḥbīl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halted on the road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أَرَيَنَّكَ وَلَا تَرَانِي، لَا تَرْجِعَنَّ فَتُوهِنَ النَّاسَ … فَقَاتِلْ أَهْلَ عُمَانَ وَمَهْرَةَ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me not see you and do not you see me. Do not come back and weaken the people … fight the people of ʿUmān and Mahra…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214–215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then it happened again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وَعَجَّلَ شُرَحْبِيلُ بْنُ حَسَنَةَ، وَبَادَرَ خَالِدًا بِقِتَالِ مُسَيْلِمَةَ، فَنُكِبَ، فَلَامَهُ خَالِدٌ.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"Shuraḥbīl b. Ḥasana hurried, and got ahead of Khālid in fighting Musaylima, and was struck down; and Khālid reproached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ʿAqrabāʾ, and the ground behind it</a:t>
            </a:r>
          </a:p>
        </p:txBody>
      </p:sp>
      <p:pic>
        <p:nvPicPr>
          <p:cNvPr id="5" name="Picture 4" descr="s04-07-aqrab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enemy camp</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farmland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behind their own line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thousand, and the ground he chose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سمع مسيلمةُ بقدوم خالدٍ عسكر بمكانٍ يقال له: (عقربا) في طرف اليمامة والريفُ وراءَ ظهورهم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Musaylima heard of Khālid's coming, he encamped at a place called ʿAqrabāʾ, at the edge of al-Yamāma, with the cultivated country behind their backs."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الرجل إن كنتَ تريد بأهل اليمامة غدًا خيرًا أو شرًا فاستبق هذا الرجل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begins (11–12 AH)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night before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are</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answered for al-Buṭāḥ, and was kept in command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road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and Shuraḥbīl ؓ beaten ahead of him; forty thousand at ʿAqrabāʾ</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tent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 prisoner in irons in Khālid's ؓ own tent: Mujjāʿa of Banū Ḥanīfa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ورايةُ المهاجرين مع سالم … ورايةُ الأنصار مع ثابت بن قيس … والعرب على راياتها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Muhājirūn's banner was with Sālim … the Anṣār's banner with Thābit b. Qays … and the Arabs each under their own banners.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attribution disputed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"Today is the day of honour"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اليوم يوم الغيرة، اليوم إن هُزمتم تُستنكح النساء سَبيّاتٍ … فقاتلوا عن أحسابكم، وامنعوا نساءكم.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Today is the day of honour. Today, if you are routed, the women will be taken as captives … So fight for your own standing, and protect your women.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 and the two protections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فكانت جولة … حتى دخلت بنو حنيفة خيمةَ خالد بن الوليد وهمّوا بقتل أم تميم، حتى أجارها مجاعة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 Banū Ḥanīfa entered Khālid b. al-Walīd's own tent and were minded to kill Umm Tamīm — until Mujjāʿa gave her his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made the lie believable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فَكَانَ أَعْظَمَ فِتْنَةً عَلَى بَنِي حَنِيفَةَ مِنْ مُسَيْلِمَةَ … فَصَدَّقُوهُ وَاسْتَجَابُوا لَهُ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a greater fitna upon Banū Ḥanīfa than Musaylima … and they believed him and answered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"People of Sūrat al-Baqara"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وجعلت الصحابة يتواصَون بينهم ويقولون: يا أصحاب سورةِ البقرةِ، بَطلَ السِّحْرُ اليوم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Companions began enjoining one another, saying: People of Sūrat al-Baqara — today the sorcery is undone."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هَكَذَا عَنْ وُجُوْهِنَا نُقَارِعُ القَوْمَ … مَا هَكَذَا كُنَّا نُقَاتِلُ مَعَ رَسُوْلِ اللهِ ﷺ.</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Get out of our faces so we can strike the enemy … This is not how we used to fight alongside the Messenger of Allah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Sālim ؓ with the Muhājirūn's banner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أتخشى أن نؤتى من قبلك؟ فقال: بئس حامل القرآن أنا إذًا.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fear we shall be broken from your side? He said: A wretched bearer of the Qurʾān I should be,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 "I will not speak"</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لا أتكلَّمُ حتى يهزمهم اللهُ أو ألقىَ اللهَ فأكلِّمه بحجَّتي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will not speak until Allah routs them, or I meet Allah and speak to Him with my case.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other wing: Abū Ḥudhayfa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أهلَ القرآنِ زيِّنوا القرآنَ بالفِعال</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the Qurʾān — adorn the Qurʾān with deeds."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between the lines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أنا ابن الوليد العَوْد، أنا ابن عامر وزيد … وجعل لا يبرز لهم أحدٌ إلا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the son of al-Walīd the seasoned; I am the son of ʿĀmir and Zayd … and no one came out against him but he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re-formed</a:t>
            </a:r>
          </a:p>
        </p:txBody>
      </p:sp>
      <p:pic>
        <p:nvPicPr>
          <p:cNvPr id="5" name="Picture 4" descr="s04-07-aqraba-step-05.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Clan by clan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Muhājirūn, Anṣār, the tribes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Every clan under its own banner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امْتَازُوا أَيُّهَا النَّاسُ لِنَعْلَمَ بَلَاءَ كُلِّ حَيٍّ … قَالَ بَعْضُهُمْ لِبَعْضٍ: الْيَوْمَ يُسْتَحَى مِنَ الْفِرَارِ.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 they said to one another: Today, running is shameful.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c.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c-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line re-formed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 behind them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did not make them braver; he made it impossible for anyone's failure to be anonymous.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line has been re-formed and the day is not yet decided. Where does an army go when it cannot retreat?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decided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Past the close: the day is decided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we stopped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line re-formed, every clan under its own banner, and the day undecided</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happens next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Banū Ḥanīfa give way — and fall back into a walled garden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this last part is</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garden, the end of Musaylima, the terms at the forts, and one order at Medina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Into the garden</a:t>
            </a:r>
          </a:p>
        </p:txBody>
      </p:sp>
      <p:pic>
        <p:nvPicPr>
          <p:cNvPr id="5" name="Picture 4" descr="s04-07-aqraba-step-06.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garden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shut behind them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Ḥadīqat al-Mawt — over the wall</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opens</a:t>
            </a:r>
          </a:p>
        </p:txBody>
      </p:sp>
      <p:pic>
        <p:nvPicPr>
          <p:cNvPr id="5" name="Picture 4" descr="s04-07-aqraba-step-07.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al-Barāʾ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over the wall, and the gate</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of Musaylima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 share in killing Musaylima."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forts of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وَوَصَلَ كِتَابُ أَبِي بَكْرٍ إِلَى خَالِدٍ أَنْ يَقْتُلَ كُلَّ مُحْتَلِمٍ … فَوَفَى لَهُمْ وَلَمْ يَغْدِرْ.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so he kept faith with them and did not betray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Rabīʿ I</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dead of al-Yamāma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changed hands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who did not come back</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the line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Sālim ؓ carried the Muhājirūn's banner; Zayd ؓ and Abū Ḥudhayfa ؓ held the wings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All three</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Killed on that field, on the same day</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Still to tell</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happened at that banner, and the order it led to at Medina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who dug a pit</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هكذا كنَّا نقاتلُ مع رسول الله ﷺ … فقاتلا حتى قُتلا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not how we used to fight alongside the Messenger of Allah ﷺ … and fought until they were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is said they were found together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وَقِيْلَ: إِنَّ سَالِماً وُجِدَ هُوَ وَمَوْلاَهُ أَبُو حُذَيْفَةَ، رَأْسُ أَحَدِهِمَا عِنْدَ رِجْلَي الآخَرِ صَرِيْعَيْنِ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 other.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بعثَ عمرُ بميراثه إلى مولاته التي أعْتَقَتْه … فردَّتْه وقالتْ: إنّما أعْتَقَتْهُ سائبةٌ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 and she sent it back and said: I freed him only as sāʾiba.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Who else was on that field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field, the men beside them</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banner: Zayd ؓ, then Sālim ؓ, then the pit, then the two found together</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rest of that line — the pairs, the chiefs, the households</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 it is told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books name them one by one, and so do we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and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after it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man who killed Zayd ؓ</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فنزعه، وتحزم وأخذ السيف وقاتل حتى قتل، فوجد به جراحات كثيرة.</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60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وكان أبوه رأسَ المنافقين، وكان أشدَّ الناس على أبيه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أغيّرُ اسمًا سمانيه أبواي، فلم تزل الحزونة فينا … استُشهد يومَ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will not change a name my parents gave me. So the roughness never left us … He was martyred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 — the naming report: Sahih al-Bukhari 6190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al-Yarmūk after it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بأنه سيقتل ويدفن، وأن ابنه يحرص على الشهادةِ فلا ينالُها عامَه ذلك</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would be killed and buried, and that his son would press for martyrdom and not attain it that year.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What was left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one man who lived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garden</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man who asked to be thrown over the wall was al-Barāʾ b. Mālik ؓ</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He lived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Eighty-odd wounds, and Khālid ؓ stayed a month treating them</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is left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was said about him afterwards — and then the count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13–23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d.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d-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 at last</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man asked to be thrown where nobody could follow him, and the whole army came in behind him through the gate he opened.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verse that steadied Medina in the year eleven is the verse a man recited on the ground in the year twelve.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mushaf the room reads from was gathered because of the men who were killed in the garden.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One province on your map is still grey. The last front of the war is Ḥaḍramawt — and it begins with a quarrel over one she-camel.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The house of Umm Sulaym ؓ</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these men came from</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We have closed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evening's story ended at Medina, with the order to gather the Qurʾān</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follows is older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Mecca, Uḥud, Biʾr Maʿūna, Ḥunayn — years before tonight</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men who held the line at ʿAqrabāʾ came out of these houses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وَلَكِنَّكَ كَافِرٌ، فَإِنْ تُسْلِمْ فَذَلِكَ مَهْرِي، لاَ أَسْأَلُكَ غَيْرَهُ.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you are a disbeliever. If you accept Islam, that is my dower — I ask you for nothing else.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AH, soon after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gift she had left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رَسُوْلَ اللهِ! هَذَا أُنَيْسٌ ابْنِي، أَتَيْتُكَ بِهِ يَخْدُمُكَ، فَادْعُ اللهَ لَهُ.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years, and not one rebuke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خدمته صلى الله عليه وسلم عشر سنين، فوالله ما قال لي: أف قط</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﴿مِنَ الْمُؤْمِنِينَ رِجَالٌ صَدَقُوا مَا عَاهَدُوا اللَّهَ عَلَيْهِ﴾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believers are men true to what they pledged to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will you do with life after him?»</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فما تصنعون بالحياة بعده؟! قوموا فموتوا على ما مات عليه رسول اللَّه ﷺ.</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water-carriers at Uḥud</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تُشْرِفْ، لاَ يُصِيْبُكَ سَهْمٌ، نَحْرِي دُوْنَ نَحْرِكَ.</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look out, lest an arrow strike you. My throat before your throat.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Biʾr Maʿūna, 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won»</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 أَكْبَرُ، فُزْتُ وَرَبِّ الكَعْبَةِ.</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255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Biʾr Maʿūna, 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he came to that house</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إِنِّي أَرْحَمُهَا، قُتِلَ … أَخُوْهَا مَعِي</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306–307</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Bayruḥāʾ</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 أَحَبَّ أَمْوَالِي إِلَيَّ بَيْرُحَاءُ، وَإِنَّهَا صَدَقَةٌ للهِ … فَقَالَ: (بَخٍ! ذَلِكَ مَالٌ رَابِحٌ</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 He said: 'Bakhkh! That is profitable property.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Ḥunayn, 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dagger at Ḥunayn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رَسُوْلَ اللهِ! إِنْ دَنَا مِنِّي مُشْرِكٌ بَقَرْتُ بِهِ بَطْنَهُ.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Ḥarām and the sea</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عُرِضَ عَلَيَّ نَاسٌ مِنْ أُمَّتِي يَرْكَبُوْنَ ظَهْرَ هَذَا البَحْرِ كَالمُلُوْكِ … عَلَى الأَسِرَّةِ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 upon thrones.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316–317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اللَّهُمَّ اهْزِمْهُمْ لَنَا وَاسْتَشْهِدْنِي.</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Allah, defeat them for us, and take me as a martyr.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368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the same morning</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dawn prayer at Tustar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فما صلوا الصبح إلا بعد طلوع الشمس فما أحب أن لي بتلك الصلاة حمرَ النعم.</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did not pray Ṣubḥ until after sunrise — and I would not wish red camels in exchange for that prayer.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ʿUthmān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«Equip me»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اسْتَنْفَرَنَا اللهُ وَأَمَرَنَا، شُيُوْخَنَا وَشَبَابَنَا، جَهِّزُوْنِي.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Abū Ḥudhayfa ؓ and Sālim ؓ, before the field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second house</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That was one house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Umm Sulaym's ؓ — Anas ؓ, al-Barāʾ ؓ, and Abū Ṭalḥa ؓ</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This is another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 chief's son of Quraysh, and a freed slave of Persia</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they end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Both of them on the field you have already seen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السَّيِّدُ الكَبِيْرُ، الشَّهِيْدُ، أَبُو حُذَيْفَةَ ابْنُ شَيْخِ الجَاهِلِيَّةِ: عُتْبَةَ بنِ رَبِيْعَةَ … البَدْرِيُّ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 the man of Badr.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they hired for half a dinar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فاستأجروا سفينةً بنصف دينار إلى الحبشة … وأبو حُذيفة بن عتبة، وامرأته سهلة بنت سُهيل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 and Abū Ḥudhayfa b. ʿUtba and his wife Sahla bt. Suhayl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فَأَمَّهُم سَالِمٌ مَوْلَى أَبِي حُذَيْفَةَ، لأَنَّهُ كَانَ … أَكْثَرَهُم قُرْآناً، فِيْهِم عُمَرُ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Sālim, the freedman of Abū Ḥudhayfa, led them in prayer, because he had the most Qurʾān of them — among them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Badr — the father and the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لعلك قد دخلك من شأن أبيك شيء … ما شككت في أبي ولا في مصرعه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Perhaps something has entered you about the matter of your father? … I have not doubted my father nor where he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312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sentence he feared for ten years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ولا أزالُ منها خائفًا إلّا أن تُكفّرها عنّي الشهادةُ، فقُتل يوم اليمامة شهيدًا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shall not stop fearing it unless martyrdom wipes it away from me. And he was killed a martyr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adoption undone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تَبنّاهُ أبو حُذَيْفة وزوَّجَهُ بابنةِ أخيه … فلما أنزل الله ﴿ادْعُوهُمْ لِآبَائِهِمْ﴾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 Then Allah sent down: ﴾Call them by their fathers﴿.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took his cloak and went out to listen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فَإِذَا هُوَ سَالِمٌ مَوْلَى أَبِي حُذَيْفَةَ … (الحَمْدُ لِلِّهِ الَّذِي جَعَلَ فِي أُمَّتِي مِثْلَكَ)</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was Sālim, the freedman of Abū Ḥudhayfa … 'Praise be to Allah, who has put the like of you in my ummah.'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Thābit b. Qays ؓ, before al-Yamāma</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al-Ḥujurāt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a.trim.png"/>
          <p:cNvPicPr>
            <a:picLocks noChangeAspect="1"/>
          </p:cNvPicPr>
          <p:nvPr/>
        </p:nvPicPr>
        <p:blipFill>
          <a:blip r:embed="rId2"/>
          <a:stretch>
            <a:fillRect/>
          </a:stretch>
        </p:blipFill>
        <p:spPr>
          <a:xfrm>
            <a:off x="605200" y="1389888"/>
            <a:ext cx="10981294" cy="4956048"/>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Buzākha and al-Buṭāḥ behind him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in revolt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quarrel is not closed by a verdict. It is closed by two bereaved men consoling each other.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Khālid ؓ keeps his command, and the last claimant is waiting in al-Yamāma with forty thousand men. What happens when the army reaches him?</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b.trim.png"/>
          <p:cNvPicPr>
            <a:picLocks noChangeAspect="1"/>
          </p:cNvPicPr>
          <p:nvPr/>
        </p:nvPicPr>
        <p:blipFill>
          <a:blip r:embed="rId2"/>
          <a:stretch>
            <a:fillRect/>
          </a:stretch>
        </p:blipFill>
        <p:spPr>
          <a:xfrm>
            <a:off x="1372453" y="1389888"/>
            <a:ext cx="9446789" cy="4956048"/>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b-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in position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 behind them</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was not dismissed for the defeat; he was given more ground to cross.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There is a man in irons in Khālid's ؓ own tent. Next week he saves a life, and then a life is saved for him.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