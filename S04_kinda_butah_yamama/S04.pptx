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or paste evening 3's STOP B Line slide from S03.pptx, unchanged (DECISIONS.md #23).</a:t>
            </a:r>
          </a:p>
          <a:p>
            <a:r>
              <a:t>Say: last week the south was settled as far as Ṣanʿāʾ — but al-Muhājir ؓ never stayed there. His appointment was over Kinda, and that is where tonight begins.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tools/mapstudio/scenes/s04-00-where-we-stopped.json in tools/mapstudio/index.html, export step(s) all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tools/mapstudio/scenes/s04-01-hadramawt-and-kinda.json in tools/mapstudio/index.html, export step(s) 1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1: "Before the war there was a quarrel. What do you think it was about?"</a:t>
            </a:r>
          </a:p>
          <a:p/>
          <a:p>
            <a:r>
              <a:t>WHEN, as the card gives it: 11 AH `[SOURCED]`</a:t>
            </a:r>
          </a:p>
          <a:p/>
          <a:p>
            <a:r>
              <a:t>SAY —</a:t>
            </a:r>
          </a:p>
          <a:p>
            <a:r>
              <a:t>1. An arrangement from the Prophet's ﷺ lifetime — Part of Ḥaḍramawt's ṣadaqa went to Kinda, and part of Kinda's went to Ḥaḍramawt.</a:t>
            </a:r>
          </a:p>
          <a:p>
            <a:r>
              <a:t>2. Banū Walīʿa have no camels — A clan of Kinda told Ḥaḍramawt: we have no camels to carry it; send it to us loaded.</a:t>
            </a:r>
          </a:p>
          <a:p>
            <a:r>
              <a:t>3. Ḥaḍramawt promises to look into it — If you really have no camels, we will send it loaded.</a:t>
            </a:r>
          </a:p>
          <a:p>
            <a:r>
              <a:t>4. After the Prophet ﷺ died — Banū Walīʿa came: deliver it, the way you promised the Messenger of Allah ﷺ.</a:t>
            </a:r>
          </a:p>
          <a:p>
            <a:r>
              <a:t>5. Ḥaḍramawt's answer — You do have camels: carry it yourselves.</a:t>
            </a:r>
          </a:p>
          <a:p>
            <a:r>
              <a:t>   ^ read the Arabic on the face here</a:t>
            </a:r>
          </a:p>
          <a:p>
            <a:r>
              <a:t>6. Kinda turns on the governor — To Ziyād b. Labīd ؓ they said: you are with them against us.</a:t>
            </a:r>
          </a:p>
          <a:p>
            <a:r>
              <a:t>7. Home with nothing settled — Ḥaḍramawt would not carry it; Kinda kept insisting, and went home with the matter undecided.</a:t>
            </a:r>
          </a:p>
          <a:p>
            <a:r>
              <a:t>8. Ziyād ؓ does nothing yet — He was waiting for al-Muhājir ؓ to arrive.</a:t>
            </a:r>
          </a:p>
          <a:p/>
          <a:p>
            <a:r>
              <a:t>QUOTE — 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a:p/>
          <a:p>
            <a:r>
              <a:t>عبرت — A small promise made in the Prophet's ﷺ lifetime was tested the day after he died, and the province went to war over the answer.</a:t>
            </a:r>
          </a:p>
          <a:p/>
          <a:p>
            <a:r>
              <a:t>HANDS UP — Before telling it: *"Before the war there was a quarrel. What do you think it was about?"* **Also on the page:**</a:t>
            </a:r>
          </a:p>
          <a:p/>
          <a:p>
            <a:r>
              <a:t>MAP — **حَضْرَمَوت** and **كِندة** as two neighbouring zones with a two-way arrow between them (the ṣadaqa that went each way). The arrow **breaks** in the middle.</a:t>
            </a:r>
          </a:p>
          <a:p/>
          <a:p>
            <a:r>
              <a:t>Ziyād's ؓ waiting: «وَأَمْسَكَ عَنْهُمْ زِيَادٌ انْتِظَارًا لِلْمُهَاجِرِ» (ج۲ ص۲۳۰). ⚠ **الکامل only** — the</a:t>
            </a:r>
          </a:p>
          <a:p>
            <a:r>
              <a:t>Ḥaḍramawt campaign is not in البدایہ. **Follow with `RCT/E-RC33`** (the she-camel called Shadhra).</a:t>
            </a:r>
          </a:p>
          <a:p/>
          <a:p>
            <a:r>
              <a:t>BACKGROUND (read at home, not aloud) —</a:t>
            </a:r>
          </a:p>
          <a:p>
            <a:r>
              <a:t>In the Prophet's ﷺ lifetime an arrangement had been made: part of Ḥaḍramawt's ṣadaqa went to Kinda, and part of Kinda's to Ḥaḍramawt. A clan of Kinda, Banū Walīʿa, had said to Ḥaḍramawt: we have no camels to carry it — send it to us loaded. And Ḥaḍramawt had said: we will look into it, and if you really have none, we will. Then the Prophet ﷺ died. Banū Walīʿa came and said: deliver it, the way you promised the Messenger of Allah ﷺ. And Ḥaḍramawt said: you do have camels — carry it yourselves. And Kinda turned to Ziyād b. Labīd ؓ, the governor, and said: you are with them against us. The men of Ḥaḍramawt would not carry it; the men of Kinda kept insisting, and went home with the matter still undecided. Ziyād ؓ did nothing yet. He was waiting for al-Muhājir ؓ.</a:t>
            </a:r>
          </a:p>
          <a:p/>
          <a:p>
            <a:r>
              <a:t>&gt;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ج۲ ص۲۳۰ · https://shamela.ws/book/21712/921</a:t>
            </a:r>
          </a:p>
          <a:p>
            <a:r>
              <a:t>&gt; *English:* "Some of Banū Walīʿa of Kinda said to Ḥaḍramawt: We have no mounts — if you see fit, send</a:t>
            </a:r>
          </a:p>
          <a:p>
            <a:r>
              <a:t>&gt; it to us on mounts. They said: We shall look into it; if you have no mounts, we will do it."</a:t>
            </a:r>
          </a:p>
          <a:p/>
          <a:p>
            <a:r>
              <a:t>&gt;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ج۲ ص۲۳۰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What set Kinda off, as the books report it · SKIP BEATS 1</a:t>
            </a:r>
          </a:p>
          <a:p/>
          <a:p>
            <a:r>
              <a:t>WHEN, as the card gives it: ۱۱ھ→۱۲ھ, حضرموت `[SOURCED]`</a:t>
            </a:r>
          </a:p>
          <a:p/>
          <a:p>
            <a:r>
              <a:t>SAY —</a:t>
            </a:r>
          </a:p>
          <a:p>
            <a:r>
              <a:t>1. The Prophet's ﷺ order — He had ordered part of Ḥaḍramawt's zakāt placed in Kinda, and part of Kinda's in Ḥaḍramawt.</a:t>
            </a:r>
          </a:p>
          <a:p>
            <a:r>
              <a:t>2. A young she-camel is branded — Collecting the zakāt in Kinda, Ziyād b. Labīd ؓ took a young she-camel from a man and branded her.</a:t>
            </a:r>
          </a:p>
          <a:p>
            <a:r>
              <a:t>3. She was not his to give — She belonged to his brother, her name was Shadhra, and he had brought her by mistake.</a:t>
            </a:r>
          </a:p>
          <a:p>
            <a:r>
              <a:t>4. The brothers ask for her back — The brother said so, and the first man agreed and asked for her back.</a:t>
            </a:r>
          </a:p>
          <a:p>
            <a:r>
              <a:t>5. Ziyād ؓ refuses — She had already passed into the right of Allah, he said.</a:t>
            </a:r>
          </a:p>
          <a:p>
            <a:r>
              <a:t>6. A third man, Ḥāritha, rides up — Release her and take another, he said. Ziyād ؓ answered that he had no way to do that.</a:t>
            </a:r>
          </a:p>
          <a:p>
            <a:r>
              <a:t>7. Ḥāritha unties her — He said one sentence, untied her hobble himself, and stood in front of her.</a:t>
            </a:r>
          </a:p>
          <a:p>
            <a:r>
              <a:t>   ^ read the Arabic on the face here</a:t>
            </a:r>
          </a:p>
          <a:p/>
          <a:p>
            <a:r>
              <a:t>QUOTE — فَقَالَ حَارِثَةُ: ذَاكَ إِذَا كُنْتَ يَهُودِيًّا، وَأَطْلَقَ عِقَالَهَا وَبَعَثَهَا وَقَامَ دُونَهَا.</a:t>
            </a:r>
          </a:p>
          <a:p>
            <a:r>
              <a:t>"Ḥāritha said: That would be so if you were a Jew — and he untied her hobble and drove her off and stood in front of her."</a:t>
            </a:r>
          </a:p>
          <a:p>
            <a:r>
              <a:t>— الکامل فی التاریخ ج۲ ص۲۳۰</a:t>
            </a:r>
          </a:p>
          <a:p/>
          <a:p>
            <a:r>
              <a:t>عبرت — A province went to war over one animal, a naming mistake and a public insult, and every part of that is on one page.</a:t>
            </a:r>
          </a:p>
          <a:p/>
          <a:p>
            <a:r>
              <a:t>HANDS UP — Before telling it: *"How big does a quarrel have to be to start a war?"*</a:t>
            </a:r>
          </a:p>
          <a:p/>
          <a:p>
            <a:r>
              <a:t>MAP — حضرموت, which has been quiet all evening, goes red — **and the trigger is one animal.**</a:t>
            </a:r>
          </a:p>
          <a:p/>
          <a:p>
            <a:r>
              <a:t>⚠ **البدایہ carries no Ḥaḍramawt campaign at all. Cite الکامل ج۲ ص۲۲۹–۲۳۲,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ج۲ ص۲۳۰).</a:t>
            </a:r>
          </a:p>
          <a:p/>
          <a:p>
            <a:r>
              <a:t>BACKGROUND (read at home, not aloud) —</a:t>
            </a:r>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SKIP BEATS 3</a:t>
            </a:r>
          </a:p>
          <a:p/>
          <a:p>
            <a:r>
              <a:t>SAY —</a:t>
            </a:r>
          </a:p>
          <a:p>
            <a:r>
              <a:t>1. A warning spoken over the camel — When Ziyād ؓ refused to give her back: do not let Shadhra be for you what al-Basūs was.</a:t>
            </a:r>
          </a:p>
          <a:p>
            <a:r>
              <a:t>2. Al-ʿAddāʾ calls out to his clan — The camel's owner raised the cry to his own people.</a:t>
            </a:r>
          </a:p>
          <a:p>
            <a:r>
              <a:t>   ^ read the Arabic on the face here</a:t>
            </a:r>
          </a:p>
          <a:p>
            <a:r>
              <a:t>3. Ḥāritha b. Surāqa unties her — He raised the call too, came up to Ziyād ؓ, and untied the camel.</a:t>
            </a:r>
          </a:p>
          <a:p>
            <a:r>
              <a:t>4. Ziyād ؓ takes her back — Young men of Ḥaḍramawt and al-Sakūn tied up Ḥāritha and his companions, and took the camel back.</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7. A strike by night — Ziyād ؓ hit them in the dark, and they scattered.</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p>
            <a:r>
              <a:t>QUOTE — 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a:p/>
          <a:p>
            <a:r>
              <a:t>عبرت — Once the quarrel became a matter of honour, being right about the camel no longer decided anything.</a:t>
            </a:r>
          </a:p>
          <a:p/>
          <a:p>
            <a:r>
              <a:t>HANDS UP — no **Also on the page:**</a:t>
            </a:r>
          </a:p>
          <a:p/>
          <a:p>
            <a:r>
              <a:t>MAP — Inside كِندة, two camps face each other — **حضرموت and السَّكون** on Ziyād's ؓ side, **بنو معاوية** of Kinda on the other. A short blue night-arrow strikes the Kinda camp. Then the Kinda camp **grows**.</a:t>
            </a:r>
          </a:p>
          <a:p/>
          <a:p>
            <a:r>
              <a:t>⚠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(ج۲ ص۲۳۱).</a:t>
            </a:r>
          </a:p>
          <a:p/>
          <a:p>
            <a:r>
              <a:t>BACKGROUND (read at home, not aloud) —</a:t>
            </a:r>
          </a:p>
          <a:p>
            <a:r>
              <a:t>When Ziyād ؓ refused to give the camel back, a warning was spoken over her: do not let Shadhra be for you what al-Basūs was. And the owner, al-ʿAddāʾ, called out to his clan. Ḥāritha b. Surāqa raised the call too, came up to Ziyād ؓ, and untied her. Ziyād ؓ had young men of Ḥaḍramawt and al-Sakūn tie Ḥāritha up, and his companions, and take the camel back. Kinda shouted. Banū Muʿāwiya came out for Ḥāritha; Ḥaḍramawt and al-Sakūn came out for Ziyād ؓ; two great camps faced each other. Kinda did not attack, because their men were prisoners. Ziyād ؓ told them to put down their weapons; they refused and demanded their men; he refused. He hit them by night, and they scattered. Then he let Ḥāritha and the others go — and the men he let go went straight back and roused their people against him. A large force gathered, and they called out that they would pay no ṣadaqa. Al-Ḥuṣayn b. Numayr was sent between the two sides, and for a little while they held off from each other.</a:t>
            </a:r>
          </a:p>
          <a:p/>
          <a:p>
            <a:r>
              <a:t>&gt; فَلَجَأَ فِي أَخْذِهَا، فَقَالَ لَهَا: لَا تَكُونَنَّ شَذْرَةً عَلَيْكُمْ كَالْبَسُوسِ. فَنَادَى الْعَدَّاءُ: يَا آلَ عَمْرٍو، أُضَامُ وَأُضْطَهَدُ! إِنَّ الذَّلِيلَ مَنْ أُكِلَ فِي دَارِهِ!</a:t>
            </a:r>
          </a:p>
          <a:p>
            <a:r>
              <a:t>&gt; — الکامل فی التاریخ ج۲ ص۲۳۰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a:t>
            </a:r>
          </a:p>
          <a:p/>
          <a:p>
            <a:r>
              <a:t>&gt;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ج۲ ص۲۳۰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Shuraḥbīl b. al-Simṭ and his son</a:t>
            </a:r>
          </a:p>
          <a:p/>
          <a:p>
            <a:r>
              <a:t>SAY —</a:t>
            </a:r>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   ^ read the Arabic on the face here</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p>
            <a:r>
              <a:t>QUOTE — 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a:p/>
          <a:p>
            <a:r>
              <a:t>عبرت — He used his tribe's own code of honour — never change sides — as the reason not to follow his tribe.</a:t>
            </a:r>
          </a:p>
          <a:p/>
          <a:p>
            <a:r>
              <a:t>HANDS UP — Before telling it: *"Your whole clan has decided. You think they are wrong. What do you say to them?"*</a:t>
            </a:r>
          </a:p>
          <a:p/>
          <a:p>
            <a:r>
              <a:t>MAP — Inside كِندة, a cluster of red pasture-markers (المَحاجر). **One small marker detaches from the red cluster and moves across to Ziyād's ؓ blue camp.**</a:t>
            </a:r>
          </a:p>
          <a:p/>
          <a:p>
            <a:r>
              <a:t>⚠ **Quote only to «وَالْقَبِيحِ!»** — the next clause reads against the sense. **It was his son, not his</a:t>
            </a:r>
          </a:p>
          <a:p>
            <a:r>
              <a:t>father** («وَابْنَهُ») — this corrects the campaign note §10.3.</a:t>
            </a:r>
          </a:p>
          <a:p/>
          <a:p>
            <a:r>
              <a:t>BACKGROUND (read at home, not aloud) —</a:t>
            </a:r>
          </a:p>
          <a:p>
            <a:r>
              <a:t>The whole of Banū Muʿāwiya agreed to withhold the ṣadaqa, and each of their chiefs took up his own reserved pasture as a stronghold. All of them — except one man, Shuraḥbīl b. al-Simṭ, and his son. The two of them told their own clan, Banū Muʿāwiya, why they would not come. Then they moved out, and camped with Ziyād ؓ, and they gave him advice: strike tonight, before the men of al-Sakāsik, al-Sakūn and Ḥaḍramawt who are drifting toward the rebels get there — because if you wait, we are afraid people will drift away from us to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tools/mapstudio/scenes/s04-01-hadramawt-and-kinda.json in tools/mapstudio/index.html, export step(s) 2–4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four kings." No source ties the old kingship to the ⁨ردة⁩ — say nothing that implies it</a:t>
            </a:r>
          </a:p>
          <a:p/>
          <a:p>
            <a:r>
              <a:t>SAY —</a:t>
            </a:r>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   ^ read the Arabic on the face here</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r>
              <a:t>7. Home with the captives — Ziyād ؓ turned back with the property and the captives, and his road passed al-Ashʿath b. Qays.</a:t>
            </a:r>
          </a:p>
          <a:p>
            <a:r>
              <a:t>8. Al-Ashʿath rises — He rose with his people, took the captives back, and began to gather every man he could.</a:t>
            </a:r>
          </a:p>
          <a:p/>
          <a:p>
            <a:r>
              <a:t>QUOTE — 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a:p/>
          <a:p>
            <a:r>
              <a:t>عبرت — The night attack ended the four kings and brought the fifth man into the war.</a:t>
            </a:r>
          </a:p>
          <a:p/>
          <a:p>
            <a:r>
              <a:t>HANDS UP — no **Also on the page:**</a:t>
            </a:r>
          </a:p>
          <a:p/>
          <a:p>
            <a:r>
              <a:t>MAP — The red pasture-markers of **بنو عمرو بن معاوية**. Five blue arrows close on them at once, from five sides. Five markers go out. Then a blue column heads home with captives — and a new red block under **al-Ashʿath** cuts across its path and takes them back.</a:t>
            </a:r>
          </a:p>
          <a:p/>
          <a:p>
            <a:r>
              <a:t>BACKGROUND (read at home, not aloud) —</a:t>
            </a:r>
          </a:p>
          <a:p>
            <a:r>
              <a:t>Ziyād ؓ agreed. They gathered in the dark and ringed the pastures, and they found the men sitting round their fires. Banū ʿAmr b. Muʿāwiya were the strongest of Kinda and had the numbers. The Muslims fell on them from five directions at once. Four brothers were killed that night — Mikhwaṣ, Mishraḥ, Jamad and Abḍaʿa — with their sister, al-ʿAmarrada. These were "the four kings", the chiefs of Banū ʿAmr. Many others were killed; whoever could run, ran. Ziyād ؓ turned back with the property and the captives. And his road home passed al-Ashʿath b. Qays. Al-Ashʿath rose with his people, took the captives back, and began to gather every man he could.</a:t>
            </a:r>
          </a:p>
          <a:p/>
          <a:p>
            <a:r>
              <a:t>&gt;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ج۲ ص۲۳۱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a:t>
            </a:r>
          </a:p>
          <a:p/>
          <a:p>
            <a:r>
              <a:t>**Al-Dhahabī, from Ibn Isḥāq — four, and no sister:**</a:t>
            </a:r>
          </a:p>
          <a:p/>
          <a:p>
            <a:r>
              <a:t>&gt; أن زيادا بيتهم فقتل ملوكا أربعة: جمدا، ومخوصا ومشرحا، وأبضعة.</a:t>
            </a:r>
          </a:p>
          <a:p>
            <a:r>
              <a:t>&gt; — سیر أعلام النبلاء، ج الراشدون ص۶۲ · https://shamela.ws/book/10906/1210</a:t>
            </a:r>
          </a:p>
          <a:p>
            <a:r>
              <a:t>&gt; *English:* "…that Ziyād fell on them by night and killed four kings: Jamad, Mikhwaṣ, Mishraḥ and</a:t>
            </a:r>
          </a:p>
          <a:p>
            <a:r>
              <a:t>&gt; Abḍaʿa."</a:t>
            </a:r>
          </a:p>
          <a:p/>
          <a:p>
            <a:r>
              <a:t>Record both counts side by side; do not choose. The origin of the Prophet's ﷺ curse is the</a:t>
            </a:r>
          </a:p>
          <a:p>
            <a:r>
              <a:t>Kinda-delegation note; **do not explain it from the floor.** Ibn Khaldūn adds that the captive women</a:t>
            </a:r>
          </a:p>
          <a:p>
            <a:r>
              <a:t>cried out as they passed (ج۲ ص۴۹۲)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tools/mapstudio/scenes/s04-02-kinda-before-islam.json in tools/mapstudio/index.html, export step(s) 1–2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Pre-Islamic dates are an estimate and must be labelled as one on the slide</a:t>
            </a:r>
          </a:p>
          <a:p/>
          <a:p>
            <a:r>
              <a:t>WHEN, as the card gives it: before Islam, not dated in our sources; `[CONVENTIONAL-ESTIMATE]` late 5th century CE — label it on the slide</a:t>
            </a:r>
          </a:p>
          <a:p/>
          <a:p>
            <a:r>
              <a:t>SAY —</a:t>
            </a:r>
          </a:p>
          <a:p>
            <a:r>
              <a:t>1. Kinda was a southern tribe — Of Qaḥṭān, not of the northern Arabs it came to rule.</a:t>
            </a:r>
          </a:p>
          <a:p>
            <a:r>
              <a:t>2. The north had a problem — Among Bakr the reckless had overpowered the wise; the strong ate the weak.</a:t>
            </a:r>
          </a:p>
          <a:p>
            <a:r>
              <a:t>3. They wanted a king from outside — Not one of their own, whom half would obey and half defy.</a:t>
            </a:r>
          </a:p>
          <a:p>
            <a:r>
              <a:t>4. So they went to a Tubbaʿ of Yemen — And he gave them a man of Kinda: Ḥujr b. ʿAmr, Ākil al-Murār.</a:t>
            </a:r>
          </a:p>
          <a:p>
            <a:r>
              <a:t>   ^ read the Arabic on the face here</a:t>
            </a:r>
          </a:p>
          <a:p>
            <a:r>
              <a:t>5. What he did with it — He settled at Baṭn ʿĀqil and took back Bakr's lands from al-Ḥīra.</a:t>
            </a:r>
          </a:p>
          <a:p>
            <a:r>
              <a:t>6. Ibn Khaldūn tells it differently — A Ḥimyarite king set Ḥujr over all of Maʿadd. Say both; resolve neither.</a:t>
            </a:r>
          </a:p>
          <a:p/>
          <a:p>
            <a:r>
              <a:t>QUOTE — فَرَأَوْا أَنْ يُمَلِّكُوا عَلَيْهِمْ مَلِكًا يَأْخُذُ لِلضَّعِيفِ مِنَ الْقَوِيِّ</a:t>
            </a:r>
          </a:p>
          <a:p>
            <a:r>
              <a:t>"They decided to set a king over themselves who would take the weak man's due from the strong."</a:t>
            </a:r>
          </a:p>
          <a:p>
            <a:r>
              <a:t>— الکامل فی التاریخ ج۱ ص۴۶۲</a:t>
            </a:r>
          </a:p>
          <a:p/>
          <a:p>
            <a:r>
              <a:t>عبرت — A people that could not keep the strong from the weak went looking for a ruler from outside.</a:t>
            </a:r>
          </a:p>
          <a:p/>
          <a:p>
            <a:r>
              <a:t>HANDS UP — *"If your own tribe cannot agree on a chief, where do you look?"*</a:t>
            </a:r>
          </a:p>
          <a:p/>
          <a:p>
            <a:r>
              <a:t>MAP — Arabia with Yemen shaded. An arrow from Yemen north into Najd, ending at **Baṭn ʿĀqil**, which takes a plain place marker. The tribal names Bakr, Asad, Ghaṭafān, Taghlib appear in the north.</a:t>
            </a:r>
          </a:p>
          <a:p/>
          <a:p>
            <a:r>
              <a:t>BACKGROUND (read at home, not aloud) —</a:t>
            </a:r>
          </a:p>
          <a:p>
            <a:r>
              <a:t>Kinda was a tribe of the south, of Qaḥṭān. The books of the Arabs' past report that among the northern tribe of Bakr the reckless men had overpowered the wise, and the strong were eating the weak. The wise men wanted a king who would take the weak man's due from the strong — but not one of their own, whom half would obey and half defy. So they went to a Tubbaʿ of Yemen, and he gave them a man of Kinda: Ḥujr b. ʿAmr, remembered as Ākil al-Murār. He settled at Baṭn ʿĀqil, took back Bakr's lands from the Lakhmids of al-Ḥīra, and was buried there. Ibn Khaldūn, following an older genealogist, tells it differently: a Ḥimyarite king set Ḥujr over all of Maʿadd.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as the card gives it: `[SOURCED]` "in the days of Qubādh", about 130 years before the Hijra; any CE year `[CONVENTIONAL-ESTIMATE]` (early 6th century CE)</a:t>
            </a:r>
          </a:p>
          <a:p/>
          <a:p>
            <a:r>
              <a:t>SAY —</a:t>
            </a:r>
          </a:p>
          <a:p>
            <a:r>
              <a:t>1. Ḥujr's grandson al-Ḥārith — A king of great power and far-reaching name, in Ibn al-Athīr's words.</a:t>
            </a:r>
          </a:p>
          <a:p>
            <a:r>
              <a:t>2. A Persian quarrel reaches the Arabs — Qubādh adopted the teaching of Mazdak; his governor at al-Ḥīra refused.</a:t>
            </a:r>
          </a:p>
          <a:p>
            <a:r>
              <a:t>3. al-Ḥārith accepted, and was given al-Ḥīra — The high point of the house.</a:t>
            </a:r>
          </a:p>
          <a:p>
            <a:r>
              <a:t>   ^ read the Arabic on the face here</a:t>
            </a:r>
          </a:p>
          <a:p>
            <a:r>
              <a:t>4. The next Persian king undid it — Anūshirwān killed Mazdak, restored the old governor, and hunted al-Ḥārith.</a:t>
            </a:r>
          </a:p>
          <a:p>
            <a:r>
              <a:t>5. What it cost the house — Forty-eight men of it were caught and put to death, two of them his sons.</a:t>
            </a:r>
          </a:p>
          <a:p>
            <a:r>
              <a:t>6. The historian's own caution — Ibn al-Athīr says openly that some of this looks like Kinda praising itself.</a:t>
            </a:r>
          </a:p>
          <a:p/>
          <a:p>
            <a:r>
              <a:t>QUOTE — وَيُشْبِهُ أَنْ يَكُونَ بَعْضُ الْكِنْدِيِّينَ قَدْ ذَكَرَ هَذَا تَعَصُّبًا، وَاللَّهُ أَعْلَمُ.</a:t>
            </a:r>
          </a:p>
          <a:p>
            <a:r>
              <a:t>"It looks as though some of the Kindīs mentioned this out of partisanship — and Allah knows best."</a:t>
            </a:r>
          </a:p>
          <a:p>
            <a:r>
              <a:t>— الکامل فی التاریخ ج۱ ص۴۶۱</a:t>
            </a:r>
          </a:p>
          <a:p/>
          <a:p>
            <a:r>
              <a:t>عبرت — What one foreign king gave, the next foreign king took back.</a:t>
            </a:r>
          </a:p>
          <a:p/>
          <a:p>
            <a:r>
              <a:t>MAP — Kinda's marker moves from Najd to **al-Ḥīra** on the Euphrates, then retreats to **al-Anbār**, then flees west into the **land of Kalb**. A red marker at the lands of **Banū Marīnā** near al-Ḥīra.</a:t>
            </a:r>
          </a:p>
          <a:p/>
          <a:p>
            <a:r>
              <a:t>BACKGROUND (read at home, not aloud) —</a:t>
            </a:r>
          </a:p>
          <a:p>
            <a:r>
              <a:t>Ḥujr's grandson al-Ḥārith was, in Ibn al-Athīr's words, a king of great power and far-reaching name. When the Persian king Qubādh adopted the teaching of Mazdak, his Arab governor at al-Ḥīra refused to follow; al-Ḥārith accepted, and was given al-Ḥīra. The next Persian king, Anūshirwān, killed Mazdak, restored the old governor and hunted al-Ḥārith. He escaped to the land of Kalb. Forty-eight men of his house were caught, among them two of his sons, and were put to death in the lands of Banū Marīnā. Ibn al-Athīr, checking one of these stories against the order of the kings, says some of it looks like Kinda praising itself — and says so openly.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KD04 (Imruʾ al-Qays) stays CUT; one spoken sentence at most</a:t>
            </a:r>
          </a:p>
          <a:p/>
          <a:p>
            <a:r>
              <a:t>WHEN, as the card gives it: before Islam, not dated in our sources; `[CONVENTIONAL-ESTIMATE]` first half of the 6th century CE</a:t>
            </a:r>
          </a:p>
          <a:p/>
          <a:p>
            <a:r>
              <a:t>SAY —</a:t>
            </a:r>
          </a:p>
          <a:p>
            <a:r>
              <a:t>1. The northern chiefs come to him — The killing between us will wipe us out; send your sons to hold us apart.</a:t>
            </a:r>
          </a:p>
          <a:p>
            <a:r>
              <a:t>2. Four sons set as kings — One over each of the tribes.</a:t>
            </a:r>
          </a:p>
          <a:p>
            <a:r>
              <a:t>3. Ḥujr goes to Banū Asad — And takes a yearly levy from them.</a:t>
            </a:r>
          </a:p>
          <a:p>
            <a:r>
              <a:t>4. They throw out his collectors — He came with an army, killed their leading men, drove the rest to Tihāma.</a:t>
            </a:r>
          </a:p>
          <a:p>
            <a:r>
              <a:t>5. He relented and called them back — And a day's march from him, they turned.</a:t>
            </a:r>
          </a:p>
          <a:p>
            <a:r>
              <a:t>   ^ read the Arabic on the face here</a:t>
            </a:r>
          </a:p>
          <a:p>
            <a:r>
              <a:t>6. They reached his tent and killed him — The man who struck him was one whose father Ḥujr had killed.</a:t>
            </a:r>
          </a:p>
          <a:p/>
          <a:p>
            <a:r>
              <a:t>QUOTE — يَا مَعْشَرَ كِنَانَةَ وَقَيْسٍ أَنْتُمْ إِخْوَانُنَا وَبَنُو عَمِّنَا، وَالرَّجُلُ بَعِيدُ النَّسَبِ مِنَّا وَمِنْكُمْ، وَقَدْ رَأَيْتُمْ سِيرَتَهُ</a:t>
            </a:r>
          </a:p>
          <a:p>
            <a:r>
              <a:t>"Men of Kināna and Qays — you are our brothers and cousins. This man is far from us and from you in lineage, and you have seen how he conducted himself."</a:t>
            </a:r>
          </a:p>
          <a:p>
            <a:r>
              <a:t>— الکامل فی التاریخ ج۱ ص۴۶۴</a:t>
            </a:r>
          </a:p>
          <a:p/>
          <a:p>
            <a:r>
              <a:t>عبرت — A rule that was asked for to stop the killing ended by killing, and was ended the same way.</a:t>
            </a:r>
          </a:p>
          <a:p/>
          <a:p>
            <a:r>
              <a:t>MAP — al-Ḥārith's sons spread out as four short arrows from al-Ḥīra: to **Asad and Ghaṭafān**, to **Bakr b. Wāʾil**, to **Qays ʿAylān**, to **Taghlib**. The Asad arrow ends at **Tihāma** with a red marker.</a:t>
            </a:r>
          </a:p>
          <a:p/>
          <a:p>
            <a:r>
              <a:t>BACKGROUND (read at home, not aloud) —</a:t>
            </a:r>
          </a:p>
          <a:p>
            <a:r>
              <a:t>The chiefs of the northern tribes came to al-Ḥārith and said: we are in your obedience, the killing between us will wipe us out — send your sons to live among us and hold us back from each other. He set four sons as kings over the tribes. Ḥujr went to Banū Asad and took a yearly levy. When they threw out his collectors he came with an army, seized their leading men and killed them with the staff, and drove the rest to Tihāma. He relented and called them back; but a day's march from him they turned, reached his tent and killed him. The man who struck him was one whose father Ḥujr had killed. Then Banū Asad called to the Qays and Kināna in Ḥujr's own army.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delegation, 10 AH (standard date, to verify)</a:t>
            </a:r>
          </a:p>
          <a:p/>
          <a:p>
            <a:r>
              <a:t>WHEN, as the card gives it: the year of delegations, `[STANDARD]` 10 AH (to verify) — no fetched page gives the year</a:t>
            </a:r>
          </a:p>
          <a:p/>
          <a:p>
            <a:r>
              <a:t>SAY —</a:t>
            </a:r>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   ^ read the Arabic on the face here</a:t>
            </a:r>
          </a:p>
          <a:p>
            <a:r>
              <a:t>6. And al-Ashʿath closed it himself — Any man I hear say it again gets eighty lashes.</a:t>
            </a:r>
          </a:p>
          <a:p/>
          <a:p>
            <a:r>
              <a:t>QUOTE — لا، نحن بنو النَّضْر بن كنانة، لا نَقْفُو أمَّنا، ولا ننتفي من أبينا</a:t>
            </a:r>
          </a:p>
          <a:p>
            <a:r>
              <a:t>"No. We are the sons of al-Naḍr b. Kināna. We do not trace ourselves through our mother, and we do not disown our father."</a:t>
            </a:r>
          </a:p>
          <a:p>
            <a:r>
              <a:t>— البدایہ والنہایہ ج۵ ص۵۶</a:t>
            </a:r>
          </a:p>
          <a:p/>
          <a:p>
            <a:r>
              <a:t>عبرت — They offered him a royal ancestry as a gift, and he declined it with a smile.</a:t>
            </a:r>
          </a:p>
          <a:p/>
          <a:p>
            <a:r>
              <a:t>HANDS UP — *"Someone offers to make you a descendant of kings. What does it cost you to say yes?"*</a:t>
            </a:r>
          </a:p>
          <a:p/>
          <a:p>
            <a:r>
              <a:t>MAP — an arrow from **Ḥaḍramawt** north to **Medina**. Medina lights up.</a:t>
            </a:r>
          </a:p>
          <a:p/>
          <a:p>
            <a:r>
              <a:t>BACKGROUND (read at home, not aloud) —</a:t>
            </a:r>
          </a:p>
          <a:p>
            <a:r>
              <a:t>Kinda came to Medina in a large delegation — eighty riders in one report, seventy in another, ten-odd in a third — with al-Ashʿath b. Qays at their head. They walked into the Prophet's ﷺ mosque with their hair combed and kohl on their eyes, in Yemeni cloaks edged with silk. He asked: have you not accepted Islam? — yes — then what is this silk on your necks? They tore it off. Then al-Ashʿath said: we are the sons of Ākil al-Murār, and so are you. The Prophet ﷺ smiled. Traders of Quraysh used to claim that lineage abroad for the honour of it, the report explains, because Kinda had been kings. He answered: no — we are the sons of al-Naḍr b. Kināna; we do not trace ourselves through our mother, nor disown our father. al-Ashʿath turned to his people: any man I hear say it again gets eighty lashes.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No source links the kingship to the ⁨ردة⁩. Leave the question open</a:t>
            </a:r>
          </a:p>
          <a:p/>
          <a:p>
            <a:r>
              <a:t>SAY —</a:t>
            </a:r>
          </a:p>
          <a:p>
            <a:r>
              <a:t>1. A year or so later, Kinda broke away — The same tribe, the same men, the other side of the line.</a:t>
            </a:r>
          </a:p>
          <a:p>
            <a:r>
              <a:t>2. "The four kings" — Four brothers of one Kinda clan, with their sister, taking to their strongholds.</a:t>
            </a:r>
          </a:p>
          <a:p>
            <a:r>
              <a:t>   ^ read the Arabic on the face here</a:t>
            </a:r>
          </a:p>
          <a:p>
            <a:r>
              <a:t>3. al-Ashʿath was not one of them — He was of a different branch of the tribe.</a:t>
            </a:r>
          </a:p>
          <a:p>
            <a:r>
              <a:t>4. What Ibn al-Athīr says the cause was — An arrangement for carrying zakāt between Kinda and Ḥaḍramawt.</a:t>
            </a:r>
          </a:p>
          <a:p>
            <a:r>
              <a:t>5. Not the kingship — The books show the royal past, the royal claim and the royal title, and draw no line between them.</a:t>
            </a:r>
          </a:p>
          <a:p>
            <a:r>
              <a:t>6. And neither do we — The question is left open, because the sources leave it open.</a:t>
            </a:r>
          </a:p>
          <a:p/>
          <a:p>
            <a:r>
              <a:t>QUOTE — وَهُمُ الْمُلُوكُ الْأَرْبَعَةُ رُؤَسَاءُ عَمْرٍو</a:t>
            </a:r>
          </a:p>
          <a:p>
            <a:r>
              <a:t>"These are the four kings, the chiefs of ʿAmr."</a:t>
            </a:r>
          </a:p>
          <a:p>
            <a:r>
              <a:t>— الکامل فی التاریخ ج۲ ص۲۳۱</a:t>
            </a:r>
          </a:p>
          <a:p/>
          <a:p>
            <a:r>
              <a:t>عبرت — The books keep the old royal title in use in the ridda; they do not say what it meant to the men who bore it, and neither do we.</a:t>
            </a:r>
          </a:p>
          <a:p/>
          <a:p>
            <a:r>
              <a:t>MAP — Ḥaḍramawt, with a cluster of small strongholds (*maḥājir*) marked; one labelled for **Banū ʿAmr b. Muʿāwiya**, one for **Banū al-Ḥārith b. Muʿāwiya**. Hand over to the ridda map of the sister note.</a:t>
            </a:r>
          </a:p>
          <a:p/>
          <a:p>
            <a:r>
              <a:t>BACKGROUND (read at home, not aloud) —</a:t>
            </a:r>
          </a:p>
          <a:p>
            <a:r>
              <a:t>A year or so later Kinda broke away. When Ibn al-Athīr describes the chiefs taking to their strongholds, he calls four brothers of one Kinda clan, with their sister, "the four kings", and when al-Nujayr falls he says the kings inside it were brought down. al-Ashʿath was of a different branch of the tribe. The cause Ibn al-Athīr himself gives for the ridda of Kinda is an arrangement for carrying zakāt between Kinda and Ḥaḍramawt — not the kingship. The books show us the royal past, the royal claim, and the royal title in the ridda; none of them draws the line between them, and neither do we.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Move to the end of Part III if this part is cut — already carries it</a:t>
            </a:r>
          </a:p>
          <a:p/>
          <a:p>
            <a:r>
              <a:t>WHEN, as the card gives it: 11–40 AH; died 40 AH `[SOURCED]`</a:t>
            </a:r>
          </a:p>
          <a:p/>
          <a:p>
            <a:r>
              <a:t>SAY —</a:t>
            </a:r>
          </a:p>
          <a:p>
            <a:r>
              <a:t>1. The man brought to Medina in fetters — Lived nearly thirty more years as a Muslim.</a:t>
            </a:r>
          </a:p>
          <a:p>
            <a:r>
              <a:t>2. Abū Bakr ؓ married him to his own sister — The pardon was not a suspended sentence.</a:t>
            </a:r>
          </a:p>
          <a:p>
            <a:r>
              <a:t>3. Sent to call Rustam before al-Qādisiyya — Among the notables chosen for it.</a:t>
            </a:r>
          </a:p>
          <a:p>
            <a:r>
              <a:t>4. He lost an eye at al-Yarmūk — And was made governor of Ādharbayjān by ʿUthmān ؓ.</a:t>
            </a:r>
          </a:p>
          <a:p>
            <a:r>
              <a:t>5. Senior commander at Ṣiffīn — And he died at Kūfa in 40 AH, with al-Ḥasan ؓ praying over him.</a:t>
            </a:r>
          </a:p>
          <a:p>
            <a:r>
              <a:t>6. What he said at a funeral — He put Jarīr b. ʿAbdallāh ؓ forward to lead, and said why.</a:t>
            </a:r>
          </a:p>
          <a:p>
            <a:r>
              <a:t>   ^ read the Arabic on the face here</a:t>
            </a:r>
          </a:p>
          <a:p/>
          <a:p>
            <a:r>
              <a:t>QUOTE — فَقَدَّمَ الأَشْعَثُ جَرِيْراً، وَقَالَ: إِنَّ هَذَا لَمْ يَرْتَدَّ، وَإِنِّي ارْتَدَدْتُ</a:t>
            </a:r>
          </a:p>
          <a:p>
            <a:r>
              <a:t>"al-Ashʿath put Jarīr forward, and said: This man did not apostatise — and I did."</a:t>
            </a:r>
          </a:p>
          <a:p>
            <a:r>
              <a:t>— سیر أعلام النبلاء ج۲ ص۴۰</a:t>
            </a:r>
          </a:p>
          <a:p/>
          <a:p>
            <a:r>
              <a:t>عبرت — The pardon was complete, and so was his own memory of what he had been pardoned for.</a:t>
            </a:r>
          </a:p>
          <a:p/>
          <a:p>
            <a:r>
              <a:t>MAP — a single line of points for his later life: **al-Qādisiyya** → **al-Yarmūk** → **Ādharbayjān** → **Kūfa**. No battle markers.</a:t>
            </a:r>
          </a:p>
          <a:p/>
          <a:p>
            <a:r>
              <a:t>BACKGROUND (read at home, not aloud) —</a:t>
            </a:r>
          </a:p>
          <a:p>
            <a:r>
              <a:t>The man brought to Medina in fetters lived nearly thirty more years as a Muslim. Abū Bakr ؓ married him to his own sister. He was among the notables sent to call Rustam before al-Qādisiyya; he lost an eye at al-Yarmūk; ʿUthmān ؓ made him governor of Ādharbayjān; he was the senior commander with ʿAlī ؓ at Ṣiffīn; and he died at Kūfa in 40 AH, and al-Ḥasan ؓ prayed over him. At a funeral where he and Jarīr b. ʿAbdallāh ؓ were both present, he put Jarīr forward to lead the prayer, and said why.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tools/mapstudio/scenes/s04-03-the-march-on-al-nujayr.json in tools/mapstudio/index.html, export step(s) 1–2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t>
            </a:r>
          </a:p>
          <a:p>
            <a:r>
              <a:t>1. A letter: hurry — Ziyād ؓ wrote to al-Muhājir ؓ, and the letter met him on the road.</a:t>
            </a:r>
          </a:p>
          <a:p>
            <a:r>
              <a:t>2. Al-Muhājir ؓ rides ahead — He handed the army to ʿIkrima ؓ and hurried on with the fastest men.</a:t>
            </a:r>
          </a:p>
          <a:p>
            <a:r>
              <a:t>3. The battle at Maḥjar al-Zurqān — Al-Muhājir ؓ joined Ziyād ؓ and marched on Kinda; they met, and Kinda broke and ran.</a:t>
            </a:r>
          </a:p>
          <a:p>
            <a:r>
              <a:t>4. A fort already repaired — Kinda took refuge in the fort of al-Nujayr, which they had already repaired and put in order.</a:t>
            </a:r>
          </a:p>
          <a:p>
            <a:r>
              <a:t>5. The ring closes — The Muslims camped round it; ʿIkrima ؓ came up with the main body, and the siege tightened.</a:t>
            </a:r>
          </a:p>
          <a:p>
            <a:r>
              <a:t>6. Raids through the country — Raiding parties went out through the country after the rest.</a:t>
            </a:r>
          </a:p>
          <a:p>
            <a:r>
              <a:t>7. The garrison sallies out — They came out to fight, lost many men, and went back in.</a:t>
            </a:r>
          </a:p>
          <a:p>
            <a:r>
              <a:t>   ^ read the Arabic on the face here</a:t>
            </a:r>
          </a:p>
          <a:p/>
          <a:p>
            <a:r>
              <a:t>QUOTE — فَرَجَعُوا إِلَى حِصْنِهِمْ، وَخَشَعَتْ نُفُوسُهُمْ وَخَافُوا الْقَتْلَ</a:t>
            </a:r>
          </a:p>
          <a:p>
            <a:r>
              <a:t>"They went back into their fort; their spirits sank, and they feared death."</a:t>
            </a:r>
          </a:p>
          <a:p>
            <a:r>
              <a:t>— الکامل فی التاریخ ج۲ ص۲۳۱</a:t>
            </a:r>
          </a:p>
          <a:p/>
          <a:p>
            <a:r>
              <a:t>عبرت — They had prepared the place to retreat to before they fought, and it became the place they could not leave.</a:t>
            </a:r>
          </a:p>
          <a:p/>
          <a:p>
            <a:r>
              <a:t>HANDS UP — no **Also on the page:**</a:t>
            </a:r>
          </a:p>
          <a:p/>
          <a:p>
            <a:r>
              <a:t>MAP — Al-Muhājir's ؓ line, on the road from صنعاء, **splits**: a fast thin arrow races ahead to Ziyād ؓ; the main body follows under ʿIkrima ؓ. Blue meets red at **مَحْجَر الزُّرْقان**; the red retreats into **النُّجَير**, a fort symbol. A ring closes round it.</a:t>
            </a:r>
          </a:p>
          <a:p/>
          <a:p>
            <a:r>
              <a:t>BACKGROUND (read at home, not aloud) —</a:t>
            </a:r>
          </a:p>
          <a:p>
            <a:r>
              <a:t>Ziyād ؓ wrote to al-Muhājir ؓ to hurry. The letter met him on the road. He handed the army to ʿIkrima ؓ and rode ahead with the fastest men, joined Ziyād ؓ, and marched on Kinda. They met at Maḥjar al-Zurqān, and Kinda broke and ran for the fort of al-Nujayr. And the book adds one detail: they had already repaired it and put it in order. The Muslims camped round it. ʿIkrima ؓ came up with the main body, and the siege tightened. Raiding parties went out through the country after the rest. The garrison came out to fight, lost many men, and went back in.</a:t>
            </a:r>
          </a:p>
          <a:p/>
          <a:p>
            <a:r>
              <a:t>&gt; وَكَتَبَ زِيَادٌ إِلَى الْمُهَاجِرِ يَسْتَحِثُّهُ، فَلَقِيَهُ الْكِتَابُ بِالطَّرِيقِ فَاسْتَخْلَفَ عَلَى الْجُنْدِ عِكْرِمَةَ بْنَ أَبِي جَهْلٍ، وَتَعَجَّلَ فِي سَرَعَانِ النَّاسِ</a:t>
            </a:r>
          </a:p>
          <a:p>
            <a:r>
              <a:t>&gt; — الکامل فی التاریخ ج۲ ص۲۳۱ · https://shamela.ws/book/21712/922</a:t>
            </a:r>
          </a:p>
          <a:p>
            <a:r>
              <a:t>&gt; *English:* "Ziyād wrote to al-Muhājir urging him on; the letter met him on the road, and he left</a:t>
            </a:r>
          </a:p>
          <a:p>
            <a:r>
              <a:t>&gt; ʿIkrima b. Abī Jahl in charge of the army and hurried ahead with the quickest of the men."</a:t>
            </a:r>
          </a:p>
          <a:p/>
          <a:p>
            <a:r>
              <a:t>&gt; فَانْهَزَمَتْ كِنْدَةُ وَقُتِلَتْ، وَخَرَجُوا هُرَّابًا فَالْتَجَئُوا إِلَى النُّجَيْرِ، وَقَدْ رَمُّوهُ وَأَصْلَحُوهُ.</a:t>
            </a:r>
          </a:p>
          <a:p>
            <a:r>
              <a:t>&gt; — الکامل فی التاریخ ج۲ ص۲۳۱ · https://shamela.ws/book/21712/922</a:t>
            </a:r>
          </a:p>
          <a:p>
            <a:r>
              <a:t>&gt; *English:* "Kinda was routed and cut down; they fled and took refuge in al-Nujayr — which they had</a:t>
            </a:r>
          </a:p>
          <a:p>
            <a:r>
              <a:t>&gt; already repaired and put in order."</a:t>
            </a:r>
          </a:p>
          <a:p/>
          <a:p>
            <a:r>
              <a:t>Where the letter met him: الکامل says only «بالطريق»; Ibn Khaldūn says «بالمفازة بين مأرب وحضرموت»</a:t>
            </a:r>
          </a:p>
          <a:p>
            <a:r>
              <a:t>(ج۲ ص۴۹۴) — his detail, not for the map as fact. **Pairs with `RCT/E-RC34`'s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Pairs with #14</a:t>
            </a:r>
          </a:p>
          <a:p/>
          <a:p>
            <a:r>
              <a:t>SAY —</a:t>
            </a:r>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   ^ read the Arabic on the face here</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QUOTE — 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الکامل فی التاریخ ج۲ ص۲۳۲</a:t>
            </a:r>
          </a:p>
          <a:p/>
          <a:p>
            <a:r>
              <a:t>عبرت — The decision about al-Ashʿath was not taken in anger at the gate; it was sent to the man whose job it was.</a:t>
            </a:r>
          </a:p>
          <a:p/>
          <a:p>
            <a:r>
              <a:t>HANDS UP — no **Also on the page:**</a:t>
            </a:r>
          </a:p>
          <a:p/>
          <a:p>
            <a:r>
              <a:t>MAP — النُّجَير only. The gate opens. The ring moves inside.</a:t>
            </a:r>
          </a:p>
          <a:p/>
          <a:p>
            <a:r>
              <a:t>**Pairs with `RCT/E-RC34`**,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a:p/>
          <a:p>
            <a:r>
              <a:t>BACKGROUND (read at home, not aloud) —</a:t>
            </a:r>
          </a:p>
          <a:p>
            <a:r>
              <a:t>When the leaders inside began to fear for their own lives, al-Ashʿath came out with nine men. They asked Ziyād ؓ for a guarantee for themselves and their families, in return for opening the gate. Ziyād ؓ said: write whatever you want, and bring it to me to seal. They wrote it. And while al-Ashʿath was writing, a man called Jaḥdam jumped at him with a knife and said: you write me in, or I kill you. Al-Ashʿath wrote him in — and forgot himself. The gate was opened. Every fighting man inside was killed. When it was over, al-Ashʿath called the men and brought out the document, and everyone named in it was spared. Al-Ashʿath's name was not there. Al-Muhājir ؓ had him bound. And someone said: hold him back — send him to Abū Bakr ؓ; he knows best what the ruling on this man is.</a:t>
            </a:r>
          </a:p>
          <a:p/>
          <a:p>
            <a:r>
              <a:t>&gt;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ج۲ ص۲۳۲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a:t>
            </a:r>
          </a:p>
          <a:p/>
          <a:p>
            <a:r>
              <a:t>&gt;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ج۲ ص۲۳۲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al-Kāmil puts it in 11 AH, Siyar in 12. Say "11 or 12 AH" · SKIP BEATS 1,2,3,4,5,6,7,8,9</a:t>
            </a:r>
          </a:p>
          <a:p/>
          <a:p>
            <a:r>
              <a:t>WHEN, as the card gives it: **the last siege of the war** `[SOURCED as sequence]` — الکامل prints it immediately **before** «ثم دخلت سنة اثنتي عشرة» (ج۲ ص۲۳۳), i.e. still inside ۱۱ھ by its own arrangement; **no page fixes the month** (§12.2, §X item 2); **but سیر files it under ۱۲ھ** (ج الراشدون ص۵۵, ص۶۱–۶۲ — see `the-second-yemen-ridda-and-kinda-11-12ah.md`), so **the books differ on the year** — say "11 or 12 AH"</a:t>
            </a:r>
          </a:p>
          <a:p/>
          <a:p>
            <a:r>
              <a:t>SAY —</a:t>
            </a:r>
          </a:p>
          <a:p>
            <a:r>
              <a:t>1. Kinda shuts itself into al-Nujayr — Broken in the field, Kinda shut itself into the fort of al-Nujayr.</a:t>
            </a:r>
          </a:p>
          <a:p>
            <a:r>
              <a:t>2. Every road is closed — The Muslims closed every road, and the siege began to bite.</a:t>
            </a:r>
          </a:p>
          <a:p>
            <a:r>
              <a:t>3. Al-Ashʿath comes out with nine men — He offered to open the gate in return for a written safe-conduct for himself, his household and them.</a:t>
            </a:r>
          </a:p>
          <a:p>
            <a:r>
              <a:t>4. He may write his own terms — He was told to write whatever he wanted and bring it to be sealed.</a:t>
            </a:r>
          </a:p>
          <a:p>
            <a:r>
              <a:t>5. He writes, and opens the gate — He wrote the document, and he opened the gate.</a:t>
            </a:r>
          </a:p>
          <a:p>
            <a:r>
              <a:t>6. His own name is not there — When the document was produced, every man named in it was spared, and his own name was missing.</a:t>
            </a:r>
          </a:p>
          <a:p>
            <a:r>
              <a:t>7. Al-Muhājir ؓ speaks to him — Praise be to Allah, who made your mouth err, Ashʿath.</a:t>
            </a:r>
          </a:p>
          <a:p>
            <a:r>
              <a:t>   ^ read the Arabic on the face here</a:t>
            </a:r>
          </a:p>
          <a:p>
            <a:r>
              <a:t>8. The same page gives a second telling — Al-Kāmil records another version of these events. Both stand; neither is chosen.</a:t>
            </a:r>
          </a:p>
          <a:p>
            <a:r>
              <a:t>9. Pardoned all the same — Abū Bakr ؓ pardoned him anyway, and restored his wife to him.</a:t>
            </a:r>
          </a:p>
          <a:p/>
          <a:p>
            <a:r>
              <a:t>QUOTE — فَأَجَارَ مَنْ فِي الْكِتَابِ، فَإِذَا الْأَشْعَثُ لَيْسَ مِنْهُمْ، فَقَالَ الْمُهَاجِرُ: الْحَمْدُ لِلَّهِ الَّذِي خَطَّأَ فَاكَ يَا أَشْعَثُ.</a:t>
            </a:r>
          </a:p>
          <a:p>
            <a:r>
              <a:t>"Every man in the document was spared — and al-Ashʿath was not among them. Al-Muhājir said: Praise be to Allah, who made your mouth err, Ashʿath."</a:t>
            </a:r>
          </a:p>
          <a:p>
            <a:r>
              <a:t>— الکامل فی التاریخ ج۲ ص۲۳۲</a:t>
            </a:r>
          </a:p>
          <a:p/>
          <a:p>
            <a:r>
              <a:t>عبرت — He wrote a safe-conduct for everyone he was bargaining with and left himself off it.</a:t>
            </a:r>
          </a:p>
          <a:p/>
          <a:p>
            <a:r>
              <a:t>HANDS UP — Before telling it: *"He is allowed to write his own terms. What is the one thing he must not forget?"* **And then Abū Bakr ؓ pardoned him anyway** and restored his wife (الکامل ج۲ ص۲۳۲; سیر ج۲ ص۳۹).</a:t>
            </a:r>
          </a:p>
          <a:p/>
          <a:p>
            <a:r>
              <a:t>MAP — Ziyād ؓ and al-Muhājir ؓ converge and break Kinda at **مَحْجَر الزُّرْقان**; the survivors run to **النُّجَير**, a strong hill fort. ʿIkrima's ؓ long line — the one that started at اليمامة in E-RC15 — **arrives here and closes the last road.** The map's final arrow.</a:t>
            </a:r>
          </a:p>
          <a:p/>
          <a:p>
            <a:r>
              <a:t>⚠ **الکامل gives a second version on the same page in which he betrayed his companions deliberately,</a:t>
            </a:r>
          </a:p>
          <a:p>
            <a:r>
              <a:t>and his own tribeswomen named him for it. Record both. Adjudicate neither.**</a:t>
            </a:r>
          </a:p>
          <a:p/>
          <a:p>
            <a:r>
              <a:t>BACKGROUND (read at home, not aloud) —</a:t>
            </a:r>
          </a:p>
          <a:p>
            <a:r>
              <a:t>Kinda was broken in the field and shut itself into the fort of al-Nujayr. The Muslims closed every road. When the siege bit, al-Ashʿath b. Qays came out with nine men and offered to open the gate in exchange for a written safe-conduct for himself, his household and them. He was told to write whatever he wanted and bring it to be sealed. He wrote it. He opened the gate. And when it was over and the document was produced, every man named in it was spared — and his own name was not in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Speaker's discretion · its Arabic stays off the slide face</a:t>
            </a:r>
          </a:p>
          <a:p/>
          <a:p>
            <a:r>
              <a:t>SAY —</a:t>
            </a:r>
          </a:p>
          <a:p>
            <a:r>
              <a:t>1. Ibn al-Athīr gives a second telling — He does not leave it at one account. He writes: and it is said.</a:t>
            </a:r>
          </a:p>
          <a:p>
            <a:r>
              <a:t>2. No knife, and no forgetting — In this telling there is no knife at the writing, and no name left out.</a:t>
            </a:r>
          </a:p>
          <a:p>
            <a:r>
              <a:t>3. Al-Ashʿath comes down alone — When the siege became unbearable, he came down on his own to al-Muhājir ؓ and Ziyād ؓ.</a:t>
            </a:r>
          </a:p>
          <a:p>
            <a:r>
              <a:t>4. Safety until Abū Bakr ؓ decides — He asked for his life and property to be safe, until Abū Bakr ؓ could decide about him.</a:t>
            </a:r>
          </a:p>
          <a:p>
            <a:r>
              <a:t>5. The price: the fort — In exchange he would open al-Nujayr and hand over everyone inside. They accepted.</a:t>
            </a:r>
          </a:p>
          <a:p>
            <a:r>
              <a:t>6. The kings are brought down — The kings inside al-Nujayr were brought down and killed.</a:t>
            </a:r>
          </a:p>
          <a:p>
            <a:r>
              <a:t>7. Bound, and sent to Medina — Al-Ashʿath was bound and sent to Medina with the captives.</a:t>
            </a:r>
          </a:p>
          <a:p>
            <a:r>
              <a:t>8. The captive women of his tribe — In this telling, the captive women of his own tribe gave him a name.</a:t>
            </a:r>
          </a:p>
          <a:p/>
          <a:p>
            <a:r>
              <a:t>عبرت — The historian put both accounts on one page and did not choose between them, and neither do we.</a:t>
            </a:r>
          </a:p>
          <a:p/>
          <a:p>
            <a:r>
              <a:t>MAP — No movement. A single bound figure leaves النُّجَير northward, walking beside the line of captives.</a:t>
            </a:r>
          </a:p>
          <a:p/>
          <a:p>
            <a:r>
              <a:t>⚠ NOT FOR THE SLIDE FACE: the statement projects a name of disgrace («عُرْفَ النَّارِ», "a traitor") onto a</a:t>
            </a:r>
          </a:p>
          <a:p>
            <a:r>
              <a:t>man who is later a Companion, from the telling the historian introduces with «وَقِيلَ»; say it aloud</a:t>
            </a:r>
          </a:p>
          <a:p>
            <a:r>
              <a:t>beside the first telling, never on the screen.</a:t>
            </a:r>
          </a:p>
          <a:p>
            <a:r>
              <a:t>⚠ SPEAKER'S DISCRETION. Al-Ashʿath is later a Companion with صحبة (سیر ج۲ ص۳۸). **Tell both tellings</a:t>
            </a:r>
          </a:p>
          <a:p>
            <a:r>
              <a:t>or neither; never this one alone.** Al-Dhahabī's report gives the safe-conduct as for **seventy**, not</a:t>
            </a:r>
          </a:p>
          <a:p>
            <a:r>
              <a:t>ten (سیر ج۲ ص۳۹). Ibn Khaldūn has him approach through ʿIkrima ؓ (ج۲ ص۴۹۴) — his detail.</a:t>
            </a:r>
          </a:p>
          <a:p>
            <a:r>
              <a:t>**Also on the page:**</a:t>
            </a:r>
          </a:p>
          <a:p/>
          <a:p>
            <a:r>
              <a:t>BACKGROUND (read at home, not aloud) —</a:t>
            </a:r>
          </a:p>
          <a:p>
            <a:r>
              <a:t>Ibn al-Athīr does not leave it at one account. On the same page he writes: and it is said. In this telling there was no knife and no forgetting. When the siege became unbearable, al-Ashʿath came down on his own to al-Muhājir ؓ and Ziyād ؓ and asked for safety for his own life and property until Abū Bakr ؓ could decide about him — and in exchange he would open al-Nujayr and hand over everyone inside. They accepted. The kings inside were brought down and killed. Al-Ashʿath was bound and sent to Medina with the captives. And the captive women of his own tribe gave him a name.</a:t>
            </a:r>
          </a:p>
          <a:p/>
          <a:p>
            <a:r>
              <a:t>&gt; وَقِيلَ: إِنَّ الْحِصَارَ لَمَّا اشْتَدَّ عَلَى مَنْ بِالنُّجَيْرِ نَزَلَ الْأَشْعَثُ إِلَى الْمُهَاجِرِ وَزِيَادٍ وَالْمُسْلِمِينَ، فَسَأَلَهُمُ الْأَمَانَ عَلَى دَمِهِ وَمَالِهِ حَتَّى يَقْدَمُوا بِهِ عَلَى أَبِي بَكْرٍ، فَيَرَى فِيهِ رَأْيَهُ، عَلَى أَنْ يَفْتَحَ لَهُمُ النُّجَيْرَ وَيُسَلِّمَ إِلَيْهِمْ مَنْ فِيهِ، وَغَدَرَ بِأَصْحَابِهِ</a:t>
            </a:r>
          </a:p>
          <a:p>
            <a:r>
              <a:t>&gt; — الکامل فی التاریخ ج۲ ص۲۳۲ · https://shamela.ws/book/21712/923</a:t>
            </a:r>
          </a:p>
          <a:p>
            <a:r>
              <a:t>&gt; *English:* "And it is said: when the siege pressed hard on those in al-Nujayr, al-Ashʿath came down</a:t>
            </a:r>
          </a:p>
          <a:p>
            <a:r>
              <a:t>&gt; to al-Muhājir, Ziyād and the Muslims and asked them for safe-conduct for his life and his property</a:t>
            </a:r>
          </a:p>
          <a:p>
            <a:r>
              <a:t>&gt; until they brought him to Abū Bakr to decide about him — on condition that he opened al-Nujayr to</a:t>
            </a:r>
          </a:p>
          <a:p>
            <a:r>
              <a:t>&gt; them and handed over those inside. And he betrayed his companions."</a:t>
            </a:r>
          </a:p>
          <a:p/>
          <a:p>
            <a:r>
              <a:t>&gt; فَكَانَ الْمُسْلِمُونَ يَلْعَنُونَهُ وَيَلْعَنُهُ سَبَايَا قَوْمِهِ، وَسَمَّاهُ نِسَاءُ قَوْمِهِ عُرْفَ النَّارِ، وَهُوَ اسْمُ الْغَادِرِ عِنْدَهُمْ.</a:t>
            </a:r>
          </a:p>
          <a:p>
            <a:r>
              <a:t>&gt; — الکامل فی التاریخ ج۲ ص۲۳۲ · https://shamela.ws/book/21712/923</a:t>
            </a:r>
          </a:p>
          <a:p>
            <a:r>
              <a:t>&gt; *English:* "The Muslims cursed him, and the captive women of his own people cursed him; the women of</a:t>
            </a:r>
          </a:p>
          <a:p>
            <a:r>
              <a:t>&gt; his people called him *ʿurf al-nār* — which was their name for a traitor."</a:t>
            </a:r>
          </a:p>
          <a:p/>
          <a:p>
            <a:r>
              <a:t>Both quotations are **notes only**, for the same reason as the statement.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tools/mapstudio/scenes/s04-04-al-ashath-to-medina.json in tools/mapstudio/index.html, export step(s) 1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ask the room the same question before the answer</a:t>
            </a:r>
          </a:p>
          <a:p/>
          <a:p>
            <a:r>
              <a:t>SAY —</a:t>
            </a:r>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   ^ read the Arabic on the face here</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QUOTE — 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الکامل فی التاریخ ج۲ ص۲۳۲</a:t>
            </a:r>
          </a:p>
          <a:p/>
          <a:p>
            <a:r>
              <a:t>عبرت — He won his life only after he stopped arguing that he was owed it.</a:t>
            </a:r>
          </a:p>
          <a:p/>
          <a:p>
            <a:r>
              <a:t>HANDS UP — Before telling it: *"He has lost the legal argument. He is standing in front of the caliph in chains. What does he say now?"* **Also on the page:**</a:t>
            </a:r>
          </a:p>
          <a:p/>
          <a:p>
            <a:r>
              <a:t>MAP — المدينة only. The bound figure arrives.</a:t>
            </a:r>
          </a:p>
          <a:p/>
          <a:p>
            <a:r>
              <a:t>⚠ **Her name differs**: *Umm Farwa* in الکامل, *Farwa bint Abī Quḥāfa* in سیر ج۲ ص۳۹,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`POT/E-PG40`** (the wedding feast in the camel market), which tells</a:t>
            </a:r>
          </a:p>
          <a:p>
            <a:r>
              <a:t>al-Dhahabī's version in its narrative.</a:t>
            </a:r>
          </a:p>
          <a:p/>
          <a:p>
            <a:r>
              <a:t>BACKGROUND (read at home, not aloud) —</a:t>
            </a:r>
          </a:p>
          <a:p>
            <a:r>
              <a:t>Al-Ashʿath was brought before Abū Bakr ؓ. Abū Bakr ؓ asked him what he thought would be done with him. He said he did not know. Abū Bakr ؓ said: then I will kill you. And al-Ashʿath argued the law. I am the man who negotiated that peace for ten, he said — my blood is not lawful. And Abū Bakr ؓ answered him on the law: the peace bound only the names in the document, once it was sealed; before the seal you were a negotiator, nothing more. And when he feared he would be killed, he stopped arguing and asked. Look for some good in me. Free me. Forgive my stumble. Treat me as you have treated others like me. And give me back my wife — when he had come to the Prophet ﷺ he had asked for Abū Bakr's ؓ own sister, and put the wedding off until his next visit; then the Prophet ﷺ died, and he apostatised. Do that, he said, and you will find me the best man in my country for the religion of Allah. Abū Bakr ؓ spared his life and gave him back his family.</a:t>
            </a:r>
          </a:p>
          <a:p/>
          <a:p>
            <a:r>
              <a:t>&gt;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ج۲ ص۲۳۲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a:t>
            </a:r>
          </a:p>
          <a:p/>
          <a:p>
            <a:r>
              <a:t>&gt; فَلَمَّا خَشِيَ الْقَتْلَ قَالَ: أَوَتَحْتَسِبُ فِيَّ خَيْرًا، فَتُطْلِقُ إِسَارِيْ وَتُقِيلُنِي عَثْرَتِي، وَتَفْعَلُ بِي مِثْلَ مَا فَعَلْتَ بِأَمْثَالِي، وَتَرُدُّ عَلَيَّ زَوْجَتِي؟</a:t>
            </a:r>
          </a:p>
          <a:p>
            <a:r>
              <a:t>&gt; — الکامل فی التاریخ ج۲ ص۲۳۲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a:t>
            </a:r>
          </a:p>
          <a:p/>
          <a:p>
            <a:r>
              <a:t>&gt; فَإِنْ فَعَلْتَ ذَلِكَ تَجِدُنِي خَيْرَ أَهْلِ بِلَادِي لِدِينِ اللَّهِ. فَحَقَنَ دَمَهُ وَرَدَّ عَلَيْهِ أَهْلَهُ</a:t>
            </a:r>
          </a:p>
          <a:p>
            <a:r>
              <a:t>&gt; — الکامل فی التاریخ ج۲ ص۲۳۲ · https://shamela.ws/book/21712/923</a:t>
            </a:r>
          </a:p>
          <a:p>
            <a:r>
              <a:t>&gt; *English:* "If you do that, you will find me the best of the people of my country for the religion</a:t>
            </a:r>
          </a:p>
          <a:p>
            <a:r>
              <a:t>&gt; of Allah. So he spared his blood and gave him back his family."</a:t>
            </a:r>
          </a:p>
          <a:p/>
          <a:p>
            <a:r>
              <a:t>**Al-Dhahabī's shorter version** (al-Nakhaʿī, via Abū ʿUbayd's *al-Amwāl*) — a variant, kept beside</a:t>
            </a:r>
          </a:p>
          <a:p>
            <a:r>
              <a:t>the first, not in place of it:</a:t>
            </a:r>
          </a:p>
          <a:p/>
          <a:p>
            <a:r>
              <a:t>&gt; فَأُتِيَ بِهِ الصِّدِّيْقَ، فَقَالَ: إِنَّا قَاتِلُوْكَ، لاَ أَمَانَ لَكَ. فَقَالَ: تَمُنُّ عَلَيَّ وَأُسْلِمُ؟ قَالَ: فَفَعَلَ، وَزَوَّجَهُ أُخْتَهُ.</a:t>
            </a:r>
          </a:p>
          <a:p>
            <a:r>
              <a:t>&gt; — سیر أعلام النبلاء ج۲ ص۳۹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Pardoned, and married to Abū Bakr's ؓ sister (the books differ on her name) · SKIP BEATS 1,2,3,4</a:t>
            </a:r>
          </a:p>
          <a:p/>
          <a:p>
            <a:r>
              <a:t>SAY —</a:t>
            </a:r>
          </a:p>
          <a:p>
            <a:r>
              <a:t>1. He had joined the ridda — Al-Ashʿath had apostatised in the ridda, with a number of Kinda.</a:t>
            </a:r>
          </a:p>
          <a:p>
            <a:r>
              <a:t>2. Safe conduct, but not for himself — Besieged, he took safe conduct for seventy men, al-Dhahabī says, and not for himself.</a:t>
            </a:r>
          </a:p>
          <a:p>
            <a:r>
              <a:t>3. Brought captive to Abū Bakr ؓ — We are going to kill you, Abū Bakr ؓ told him plainly; you have no safe conduct.</a:t>
            </a:r>
          </a:p>
          <a:p>
            <a:r>
              <a:t>4. He asks for favour — Will you show me favour, he asked, and I become Muslim?</a:t>
            </a:r>
          </a:p>
          <a:p>
            <a:r>
              <a:t>5. Released, and married into the family — Abū Bakr ؓ showed him favour, loosed his bonds, and married his own sister to him.</a:t>
            </a:r>
          </a:p>
          <a:p>
            <a:r>
              <a:t>6. A sword in the camel market — He drew his sword, walked into the camel market of Medina, and began hamstringing every camel and bull he saw.</a:t>
            </a:r>
          </a:p>
          <a:p>
            <a:r>
              <a:t>7. Medina thinks he has turned again — The people shouted that he had apostatised again.</a:t>
            </a:r>
          </a:p>
          <a:p>
            <a:r>
              <a:t>8. He throws the sword down — Then he threw the sword down and explained himself.</a:t>
            </a:r>
          </a:p>
          <a:p>
            <a:r>
              <a:t>   ^ read the Arabic on the face here</a:t>
            </a:r>
          </a:p>
          <a:p/>
          <a:p>
            <a:r>
              <a:t>QUOTE — 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سیر أعلام النبلاء ج۲ ص۳۹</a:t>
            </a:r>
          </a:p>
          <a:p/>
          <a:p>
            <a:r>
              <a:t>عبرت — A man newly forgiven will sometimes announce it in the loudest and least convenient way available to him.</a:t>
            </a:r>
          </a:p>
          <a:p/>
          <a:p>
            <a:r>
              <a:t>MAP — Medina.</a:t>
            </a:r>
          </a:p>
          <a:p/>
          <a:p>
            <a:r>
              <a:t>BACKGROUND (read at home, not aloud) —</a:t>
            </a:r>
          </a:p>
          <a:p>
            <a:r>
              <a:t>الأشعث ؓ had apostatised in the ردة with a number of كندة. He was besieged, and he took safe conduct — for seventy men, and not for himself. He was brought captive to أبو بكر ؓ, who told him plainly: we are going to kill you, you have no safe conduct. And he said: will you show me favour, and I become Muslim? أبو بكر ؓ did, and loosed his bonds, and married his own sister to him. So الأشعث ؓ drew his sword, walked into the camel market of Medina, and began hamstringing every camel and every bull he saw, while the people shouted that he had apostatised again. Then he threw the sword down and explained himself.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Via Sayf · ʿAmr, Qays and al-Ashʿath side by side again, at al-Qādisiyya</a:t>
            </a:r>
          </a:p>
          <a:p/>
          <a:p>
            <a:r>
              <a:t>WHEN, as the card gives it: al-Qādisiyya to Nahāwand; Ibn Kathīr files the saying in his notices for 21 AH `[SOURCED]`</a:t>
            </a:r>
          </a:p>
          <a:p/>
          <a:p>
            <a:r>
              <a:t>SAY —</a:t>
            </a:r>
          </a:p>
          <a:p>
            <a:r>
              <a:t>1. Three men of this evening go north — Qays, ʿAmr ؓ and al-Ashʿath ؓ are met again at the Yarmūk, al-Qādisiyya and Nahāwand.</a:t>
            </a:r>
          </a:p>
          <a:p>
            <a:r>
              <a:t>2. Sent to call Rustam to Islam — Al-Ashʿath ؓ and ʿAmr b. Maʿdī Karib ؓ were among the men Saʿd ؓ sent before al-Qādisiyya.</a:t>
            </a:r>
          </a:p>
          <a:p>
            <a:r>
              <a:t>3. Qays commands the left wing — He fought at the Yarmūk, came east with reinforcements from Syria, and commanded the left at al-Qādisiyya.</a:t>
            </a:r>
          </a:p>
          <a:p>
            <a:r>
              <a:t>4. An eye each at the Yarmūk — Qays and al-Ashʿath ؓ each lost an eye at the Yarmūk.</a:t>
            </a:r>
          </a:p>
          <a:p>
            <a:r>
              <a:t>5. Side by side at Nahāwand — Ibn Kathīr lists ʿAmr ؓ, Qays and Ṭulayḥa ؓ among the leading men of the army.</a:t>
            </a:r>
          </a:p>
          <a:p>
            <a:r>
              <a:t>6. What Jābir ؓ swore — Ibn Kathīr records that Jābir ؓ swore: we found no one at al-Qādisiyya wanting this world with the next.</a:t>
            </a:r>
          </a:p>
          <a:p>
            <a:r>
              <a:t>7. Three men were suspected — They had suspected three men of wanting this world.</a:t>
            </a:r>
          </a:p>
          <a:p>
            <a:r>
              <a:t>8. They looked into the three — And when they looked, they found nothing to match their honesty and their indifference to this world.</a:t>
            </a:r>
          </a:p>
          <a:p>
            <a:r>
              <a:t>   ^ read the Arabic on the face here</a:t>
            </a:r>
          </a:p>
          <a:p>
            <a:r>
              <a:t>9. Who the three were — Ṭulayḥa ؓ, who had claimed prophethood; ʿAmr ؓ, who had followed al-Aswad; Qays, who had turned on the Abnāʾ.</a:t>
            </a:r>
          </a:p>
          <a:p>
            <a:r>
              <a:t>10. Two books on Qays — Ibn Kathīr says Qays left Islam; al-Dhahabī's notice of him, a commander known for courage, does not mention it.</a:t>
            </a:r>
          </a:p>
          <a:p/>
          <a:p>
            <a:r>
              <a:t>QUOTE — 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البدایہ والنہایہ ج۷ ص۲۴۳</a:t>
            </a:r>
          </a:p>
          <a:p/>
          <a:p>
            <a:r>
              <a:t>عبرت — The army kept watching the men who had once turned, and the watching found nothing; both of those facts are in the record.</a:t>
            </a:r>
          </a:p>
          <a:p/>
          <a:p>
            <a:r>
              <a:t>HANDS UP — Before telling it: *"Last week it was Ṭulayḥa. Tonight we met ʿAmr ؓ, Qays and al-Ashʿath. Where do you think we find them ten years later?"*</a:t>
            </a:r>
          </a:p>
          <a:p/>
          <a:p>
            <a:r>
              <a:t>MAP — Pull back to the whole region. Three thin lines leave the south of the peninsula — from **صنعاء**, from **حضرموت**, from the country of **مَذْحِج** — and run north to **اليرموك** and **القادسية**, and on to **نهاوند**.</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`POT/E-PG41`** («إِنَّ هَذَا لَمْ يَرْتَدَّ، وَإِنِّي ارْتَدَدْتُ»). **Hand-off:** al-Ashʿath's later house</a:t>
            </a:r>
          </a:p>
          <a:p>
            <a:r>
              <a:t>is the third sister note.</a:t>
            </a:r>
          </a:p>
          <a:p>
            <a:r>
              <a:t>**Also on the page:**</a:t>
            </a:r>
          </a:p>
          <a:p/>
          <a:p>
            <a:r>
              <a:t>⚠ The same notice goes on to say Qays was **killed at Ṣiffīn among ʿAlī's ؓ commanders** — that clause</a:t>
            </a:r>
          </a:p>
          <a:p>
            <a:r>
              <a:t>is not quoted here and does not go into this session. The books differ on Qays: «ارتدّ عن الإسلام»</a:t>
            </a:r>
          </a:p>
          <a:p>
            <a:r>
              <a:t>(البدایہ ج۷ ص۴۲) against a notice that is silent on it (سیر ج۳ ص۵۲۰). Record both; decide nothing.</a:t>
            </a:r>
          </a:p>
          <a:p/>
          <a:p>
            <a:r>
              <a:t>BACKGROUND (read at home, not aloud) —</a:t>
            </a:r>
          </a:p>
          <a:p>
            <a:r>
              <a:t>Three of the men of this evening went north. Al-Ashʿath ؓ and ʿAmr b. Maʿdī Karib ؓ were in the delegation Saʿd ؓ sent to call Rustam to Islam before al-Qādisiyya. Qays b. Makshūḥ fought at the Yarmūk, came east with the reinforcements from Syria, and commanded the left wing at al-Qādisiyya. Qays and al-Ashʿath ؓ each lost an eye at the Yarmūk. At Nahāwand, Ibn Kathīr lists ʿAmr ؓ, Qays and Ṭulayḥa ؓ side by side among the leading men of the army. And he records what Jābir b. ʿAbd Allāh ؓ swore about the army at al-Qādisiyya. He said they had suspected three men of wanting this world — and when they looked into those three, they found nothing to match their honesty and their indifference to it. The three names are Ṭulayḥa, who had claimed prophethood; ʿAmr ؓ, who had followed al-Aswad; and Qays, who had turned on the Abnāʾ.</a:t>
            </a:r>
          </a:p>
          <a:p/>
          <a:p>
            <a:r>
              <a:t>&gt;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ج۷ ص۱۳۳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a:t>
            </a:r>
          </a:p>
          <a:p/>
          <a:p>
            <a:r>
              <a:t>&gt; وعلى الميسرة قيس بن مكشوح، وكان قيس والمغيرة بن شعبة قد قدما على سعد مددًا من عند أبي عبيدة من الشام بعدما شهدا وقعة اليرموك.</a:t>
            </a:r>
          </a:p>
          <a:p>
            <a:r>
              <a:t>&gt; — البدایہ والنہایہ ج۷ ص۱۳۹ · https://shamela.ws/book/30097/3285</a:t>
            </a:r>
          </a:p>
          <a:p>
            <a:r>
              <a:t>&gt; *English:* "And over the left wing, Qays b. Makshūḥ. Qays and al-Mughīra b. Shuʿba had come to Saʿd as</a:t>
            </a:r>
          </a:p>
          <a:p>
            <a:r>
              <a:t>&gt; reinforcements from Abū ʿUbayda in Syria, after they had fought at the Yarmūk."</a:t>
            </a:r>
          </a:p>
          <a:p/>
          <a:p>
            <a:r>
              <a:t>&gt;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ج۷ ص۲۴۳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a:t>
            </a:r>
          </a:p>
          <a:p/>
          <a:p>
            <a:r>
              <a:t>**Al-Dhahabī's whole notice on Qays b. Makshūḥ — it does not mention the ridda at all:**</a:t>
            </a:r>
          </a:p>
          <a:p/>
          <a:p>
            <a:r>
              <a:t>&gt; الأَمِيْرُ، أَبُو حَسَّانٍ المُرَادِيُّ، مِنْ وُجُوْهِ العَرَبِ المَوْصُوْفِيْنَ بِالشَّجَاعَةِ. وَكَانَ مِمَّنْ أَعَانَ عَلَى قَتْلِ الأَسْوَدِ العَنْسِيِّ، وَقُلِعَتْ عَيْنُهُ يَوْمَ اليَرْمُوْكِ.</a:t>
            </a:r>
          </a:p>
          <a:p>
            <a:r>
              <a:t>&gt; — سیر أعلام النبلاء ج۳ ص۵۲۰ · https://shamela.ws/book/10906/3128</a:t>
            </a:r>
          </a:p>
          <a:p>
            <a:r>
              <a:t>&gt; *English:* "The commander, Abū Ḥassān al-Murādī, one of the notable Arabs known for courage. He was</a:t>
            </a:r>
          </a:p>
          <a:p>
            <a:r>
              <a:t>&gt; among those who helped kill al-Aswad al-ʿAnsī, and his eye was put out on the day of the Yarmūk."</a:t>
            </a:r>
          </a:p>
          <a:p/>
          <a:p>
            <a:r>
              <a:t>## Kinda: the kingdom before Islam, and the house of al-Ashʿath</a:t>
            </a:r>
          </a:p>
          <a:p/>
          <a:p>
            <a:r>
              <a:t>*Source note: [`kinda-the-kingdom-before-islam-and-the-house-of-al-ashath.md`](../docs/research/kinda-the-kingdom-before-islam-and-the-house-of-al-ashath.md)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Closes on a man who came back</a:t>
            </a:r>
          </a:p>
          <a:p/>
          <a:p>
            <a:r>
              <a:t>SAY —</a:t>
            </a:r>
          </a:p>
          <a:p>
            <a:r>
              <a:t>1. He steps back at a funeral — At a funeral, al-Ashʿath ؓ stepped back and put Jarīr b. ʿAbd Allāh ؓ forward to lead the prayer.</a:t>
            </a:r>
          </a:p>
          <a:p>
            <a:r>
              <a:t>2. Somebody asks him why — He gave the reason in six words.</a:t>
            </a:r>
          </a:p>
          <a:p>
            <a:r>
              <a:t>   ^ read the Arabic on the face here</a:t>
            </a:r>
          </a:p>
          <a:p>
            <a:r>
              <a:t>3. Said in public, years afterwards — Forgiven, married into al-Ṣiddīq's ؓ family, made a commander, and he still said it of himself.</a:t>
            </a:r>
          </a:p>
          <a:p/>
          <a:p>
            <a:r>
              <a:t>QUOTE — إِنَّ هَذَا لَمْ يَرْتَدَّ، وَإِنِّي ارْتَدَدْتُ.</a:t>
            </a:r>
          </a:p>
          <a:p>
            <a:r>
              <a:t>"This man did not apostatise. And I did."</a:t>
            </a:r>
          </a:p>
          <a:p>
            <a:r>
              <a:t>— سیر أعلام النبلاء ج۲ ص۴۰</a:t>
            </a:r>
          </a:p>
          <a:p/>
          <a:p>
            <a:r>
              <a:t>عبرت — A man who will say the worst thing about himself out loud has taken its power away from everybody else.</a:t>
            </a:r>
          </a:p>
          <a:p/>
          <a:p>
            <a:r>
              <a:t>MAP — No map.</a:t>
            </a:r>
          </a:p>
          <a:p/>
          <a:p>
            <a:r>
              <a:t>BACKGROUND (read at home, not aloud) —</a:t>
            </a:r>
          </a:p>
          <a:p>
            <a:r>
              <a:t>At a funeral where both men were standing, الأشعث بن قيس ؓ stepped back and put جرير بن عبد الله ؓ forward to lead the prayer. Somebody asked him why, and he gave the reason in six words. He had been forgiven, married into الصديق ؓ's own family, and made a commander; and he still said this about himself in public, years afterwards.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tools/mapstudio/scenes/s04-05-buzakha-to-al-butah.json in tools/mapstudio/index.html, export step(s) 1–2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Opens the part. Geography: Khālid ؓ comes here from Buzākha, which the room heard on evening 2</a:t>
            </a:r>
          </a:p>
          <a:p/>
          <a:p>
            <a:r>
              <a:t>WHEN, as the card gives it: ۱۱ھ `[SOURCED]`</a:t>
            </a:r>
          </a:p>
          <a:p/>
          <a:p>
            <a:r>
              <a:t>SAY —</a:t>
            </a:r>
          </a:p>
          <a:p>
            <a:r>
              <a:t>1. The orders named a third stop — al-Buṭāḥ, in the Tamīm country, was written into Khālid's ؓ instructions.</a:t>
            </a:r>
          </a:p>
          <a:p>
            <a:r>
              <a:t>2. The Anṣār refuse to march — They said they had done what they were ordered to do, and their part was finished.</a:t>
            </a:r>
          </a:p>
          <a:p>
            <a:r>
              <a:t>3. "I am the commander" — No letter had come; the reports came to him; the decision was his to take.</a:t>
            </a:r>
          </a:p>
          <a:p>
            <a:r>
              <a:t>4. And he would not compel them — He told them plainly he would not force any man onto the road.</a:t>
            </a:r>
          </a:p>
          <a:p>
            <a:r>
              <a:t>   ^ read the Arabic on the face here</a:t>
            </a:r>
          </a:p>
          <a:p>
            <a:r>
              <a:t>5. He marched without them — Two days later their messenger caught him and asked him to wait.</a:t>
            </a:r>
          </a:p>
          <a:p/>
          <a:p>
            <a:r>
              <a:t>QUOTE — قَدْ عَهِدَ إِلَيَّ أَنْ أَمْضِيَ، وَأَنَا الْأَمِيرُ … فَأَنَا قَاصِدٌ إِلَى مَالِكٍ وَمَنْ مَعِي، وَلَسْتُ أُكْرِهُهُمْ.</a:t>
            </a:r>
          </a:p>
          <a:p>
            <a:r>
              <a:t>"He instructed me to go on, and I am the commander … So I am making for Mālik, with whoever is with me — and I do not compel them."</a:t>
            </a:r>
          </a:p>
          <a:p>
            <a:r>
              <a:t>— الکامل فی التاریخ ج۲ ص۲۱۲</a:t>
            </a:r>
          </a:p>
          <a:p/>
          <a:p>
            <a:r>
              <a:t>عبرت — A commander who could not be argued out of a decision also would not force a single man to share it.</a:t>
            </a:r>
          </a:p>
          <a:p/>
          <a:p>
            <a:r>
              <a:t>HANDS UP — no **Also on the page:**</a:t>
            </a:r>
          </a:p>
          <a:p/>
          <a:p>
            <a:r>
              <a:t>MAP — Khālid's ؓ arrow continues from بُزاخة south-east to **البُطاح**, in the Tamīm country. Draw the Anṣār contingent detached from it for two days, then rejoining.</a:t>
            </a:r>
          </a:p>
          <a:p/>
          <a:p>
            <a:r>
              <a:t>BACKGROUND (read at home, not aloud) —</a:t>
            </a:r>
          </a:p>
          <a:p>
            <a:r>
              <a:t>Khālid's ؓ written orders had named al-Buṭāḥ as his third stop. The Anṣār with him refused to march: they said they had already done what the Ṣiddīq ؓ ordered them to do, and their part was finished. Khālid ؓ did not argue it as a point of obedience. He said this was a thing that had to be done and an opening that had to be taken; that no letter had come to him about it; that he was the commander and the reports came to him; that he would not force any man onto the road — and that he was going to al-Buṭāḥ. He marched. Two days out, their messenger caught him and asked him to wait, and they rejoined him.</a:t>
            </a:r>
          </a:p>
          <a:p/>
          <a:p>
            <a:r>
              <a:t>&gt; فقال لهم خالد: إن هذا أمرٌ لا بدَّ من فعله، وفرصةٌ لابدَّ من انتهازها، وإنه لم يأتني فيها كتابٌ، وأنا الأمير وإليّ تردُ الأخبارُ، ولست بالذي أجبركم على المسير، وأنا قاصدٌ البطاحَ</a:t>
            </a:r>
          </a:p>
          <a:p>
            <a:r>
              <a:t>&gt; — البدایہ والنہایہ ج۷ ص۳۰ · https://shamela.ws/book/30097/3176</a:t>
            </a:r>
          </a:p>
          <a:p>
            <a:r>
              <a:t>&gt; *English:* "Khālid said to them: This is a thing that must be done and an opening that must be</a:t>
            </a:r>
          </a:p>
          <a:p>
            <a:r>
              <a:t>&gt; taken, and no letter has come to me about it. I am the commander and the reports come to me. I am</a:t>
            </a:r>
          </a:p>
          <a:p>
            <a:r>
              <a:t>&gt; not the man to force you onto the road — and I am making for al-Buṭāḥ."</a:t>
            </a:r>
          </a:p>
          <a:p/>
          <a:p>
            <a:r>
              <a:t>&gt; فسارَ يومين ثم لحقَهُ رسول الأنصار يطلبون منه الانتظار، فلحقوا به</a:t>
            </a:r>
          </a:p>
          <a:p>
            <a:r>
              <a:t>&gt; — البدایہ والنہایہ ج۷ ص۳۰ · https://shamela.ws/book/30097/3176</a:t>
            </a:r>
          </a:p>
          <a:p>
            <a:r>
              <a:t>&gt; *English:* "He marched two days, and then the messenger of the Anṣār caught him asking him to wait;</a:t>
            </a:r>
          </a:p>
          <a:p>
            <a:r>
              <a:t>&gt; and they rejoined him."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in one breath (#28). Honorific ؓ throughout</a:t>
            </a:r>
          </a:p>
          <a:p/>
          <a:p>
            <a:r>
              <a:t>WHEN, as the card gives it: ۱۱ھ `[SOURCED]`</a:t>
            </a:r>
          </a:p>
          <a:p/>
          <a:p>
            <a:r>
              <a:t>SAY —</a:t>
            </a:r>
          </a:p>
          <a:p>
            <a:r>
              <a:t>1. Who he was — A chief of Banū Yarbūʿ of Tamīm, at a place called al-Buṭāḥ.</a:t>
            </a:r>
          </a:p>
          <a:p>
            <a:r>
              <a:t>2. He had made terms with Sajāḥ — When she came into the Tamīm country, he had dealt with her.</a:t>
            </a:r>
          </a:p>
          <a:p>
            <a:r>
              <a:t>3. And then regretted it — When she attached herself to Musaylima and went back north, he regretted it.</a:t>
            </a:r>
          </a:p>
          <a:p>
            <a:r>
              <a:t>4. The patrols go out — Khālid ؓ spread his patrols through al-Buṭāḥ, calling people in.</a:t>
            </a:r>
          </a:p>
          <a:p>
            <a:r>
              <a:t>5. The chiefs of Tamīm come in and pay — Every one of them, with hearing and obedience.</a:t>
            </a:r>
          </a:p>
          <a:p>
            <a:r>
              <a:t>6. Except one — Mālik ؓ stayed where he was, perplexed, keeping apart from people.</a:t>
            </a:r>
          </a:p>
          <a:p>
            <a:r>
              <a:t>   ^ read the Arabic on the face here</a:t>
            </a:r>
          </a:p>
          <a:p/>
          <a:p>
            <a:r>
              <a:t>QUOTE — إلَّا ما كانَ من مالك بن نويرة فإنّه متحيرٌ في أمره، مُتَنحٍّ عن الناس</a:t>
            </a:r>
          </a:p>
          <a:p>
            <a:r>
              <a:t>"— except for what was from Mālik b. Nuwayra, for he was perplexed about his own affair, keeping apart from the people."</a:t>
            </a:r>
          </a:p>
          <a:p>
            <a:r>
              <a:t>— البدایہ والنہایہ ج۷ ص۳۰</a:t>
            </a:r>
          </a:p>
          <a:p/>
          <a:p>
            <a:r>
              <a:t>عبرت — The men who came in and paid are a line in a book; the one who could not decide is the whole chapter.</a:t>
            </a:r>
          </a:p>
          <a:p/>
          <a:p>
            <a:r>
              <a:t>HANDS UP — no **Also on the page:** الکامل ج۲ ص۲۱۲ says the same of him in three words — «قَدْ تَرَدَّدَ عَلَيْهِ أَمْرُهُ», his affair had gone back and forth on him.</a:t>
            </a:r>
          </a:p>
          <a:p/>
          <a:p>
            <a:r>
              <a:t>MAP — Hold still on البُطاح. One dot for the camp of Banū Yarbūʿ, and the Tamīm chiefs' arrows coming in to Khālid ؓ from every side except that one.</a:t>
            </a:r>
          </a:p>
          <a:p/>
          <a:p>
            <a:r>
              <a:t>BACKGROUND (read at home, not aloud) —</a:t>
            </a:r>
          </a:p>
          <a:p>
            <a:r>
              <a:t>Mālik b. Nuwayra ؓ of Banū Yarbūʿ of Tamīm had made terms with Sajāḥ when she came into the Tamīm country. When she attached herself to Musaylima and then went back north, he regretted what he had done and could not settle on what to do next. He was camped at a place called al-Buṭāḥ. Khālid ؓ spread his patrols through al-Buṭāḥ calling people in, and the chiefs of Banū Tamīm came to him with hearing and obedience and paid their zakāt — every one of them except Mālik ؓ, who stayed where he was, perplexed about his own affair and keeping away from people.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His own last recorded counsel. State it; build nothing on it</a:t>
            </a:r>
          </a:p>
          <a:p/>
          <a:p>
            <a:r>
              <a:t>WHEN, as the card gives it: ۱۱ھ `[SOURCED]`</a:t>
            </a:r>
          </a:p>
          <a:p/>
          <a:p>
            <a:r>
              <a:t>SAY —</a:t>
            </a:r>
          </a:p>
          <a:p>
            <a:r>
              <a:t>1. He gathers Banū Yarbūʿ — Before the patrols came, he told his own tribe what he had concluded.</a:t>
            </a:r>
          </a:p>
          <a:p>
            <a:r>
              <a:t>2. "We were slow, and we did not prosper" — They had been called to this matter and had hung back.</a:t>
            </a:r>
          </a:p>
          <a:p>
            <a:r>
              <a:t>3. What he had looked into — He could see the affair coming to Medina's people without contrivance.</a:t>
            </a:r>
          </a:p>
          <a:p>
            <a:r>
              <a:t>4. His counsel — Do not oppose a people for whom things are being made.</a:t>
            </a:r>
          </a:p>
          <a:p>
            <a:r>
              <a:t>5. "Disperse, and enter into this matter" — His last recorded word to his tribe was: submit.</a:t>
            </a:r>
          </a:p>
          <a:p>
            <a:r>
              <a:t>   ^ read the Arabic on the face here</a:t>
            </a:r>
          </a:p>
          <a:p>
            <a:r>
              <a:t>6. And then he was killed — Say it plainly, and build nothing on it.</a:t>
            </a:r>
          </a:p>
          <a:p/>
          <a:p>
            <a:r>
              <a:t>QUOTE — يَا بَنِي يَرْبُوعٍ، إِنَّا دُعِينَا إِلَى هَذَا الْأَمْرِ فَأَبْطَأْنَا عَنْهُ فَلَمْ نُفْلِحْ، وَقَدْ نَظَرْتُ فِيهِ فَرَأَيْتُ الْأَمْرَ يَتَأَتَّى لَهُمْ بِغَيْرِ سِيَاسَةٍ … فَإِيَّاكُمْ وَمُنَاوَأَةَ قَوْمٍ صُنِعَ لَهُمْ، فَتَفَرَّقُوا وَادْخُلُوا فِي هَذَا الْأَمْرِ.</a:t>
            </a:r>
          </a:p>
          <a:p>
            <a:r>
              <a:t>"Banū Yarbūʿ — we were called to this matter and we were slow to it and did not prosper. I have looked into it and I see the affair coming to them without contrivance … so beware of opposing a people for whom things are being made. Disperse, and enter into this matter."</a:t>
            </a:r>
          </a:p>
          <a:p>
            <a:r>
              <a:t>— الکامل فی التاریخ ج۲ ص۲۱۲–۲۱۳</a:t>
            </a:r>
          </a:p>
          <a:p/>
          <a:p>
            <a:r>
              <a:t>عبرت — The last thing he is recorded saying to his own tribe was: submit.</a:t>
            </a:r>
          </a:p>
          <a:p/>
          <a:p>
            <a:r>
              <a:t>MAP — No movement. Hold on البُطاح.</a:t>
            </a:r>
          </a:p>
          <a:p/>
          <a:p>
            <a:r>
              <a:t>BACKGROUND (read at home, not aloud) —</a:t>
            </a:r>
          </a:p>
          <a:p>
            <a:r>
              <a:t>Before any of it, Mālik ؓ had gathered Banū Yarbūʿ and told them what he had concluded. They had been called to this matter, he said, and they had been slow to it, and they had not prospered. He had looked into it, and he could see the affair coming to the people of Medina without contrivance. So: do not set yourselves against a people for whom things are being made. Disperse, and enter into this matter. **He told his own tribe to submit — and then he was killed.** That is on the page in al-Kāmil, and it is the single fact that makes the episode painful. State it, and build nothing on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2: "Two men from the same patrol. Do you think they told the same story?" — ask at beat 2</a:t>
            </a:r>
          </a:p>
          <a:p/>
          <a:p>
            <a:r>
              <a:t>WHEN, as the card gives it: ۱۱ھ `[SOURCED]`</a:t>
            </a:r>
          </a:p>
          <a:p/>
          <a:p>
            <a:r>
              <a:t>SAY —</a:t>
            </a:r>
          </a:p>
          <a:p>
            <a:r>
              <a:t>1. The patrols take him — Mālik ؓ was taken prisoner, and his companions with him.</a:t>
            </a:r>
          </a:p>
          <a:p>
            <a:r>
              <a:t>2. And then the patrol fell out — Over what it had just seen with its own eyes.</a:t>
            </a:r>
          </a:p>
          <a:p>
            <a:r>
              <a:t>3. Abū Qatāda ؓ testified — That the men had established the prayer.</a:t>
            </a:r>
          </a:p>
          <a:p>
            <a:r>
              <a:t>4. Others denied it — They said they neither gave the adhān nor prayed.</a:t>
            </a:r>
          </a:p>
          <a:p>
            <a:r>
              <a:t>   ^ read the Arabic on the face here</a:t>
            </a:r>
          </a:p>
          <a:p>
            <a:r>
              <a:t>5. Where the disagreement sits — Not between later historians, but between the men who were there.</a:t>
            </a:r>
          </a:p>
          <a:p/>
          <a:p>
            <a:r>
              <a:t>QUOTE — واختلفت السريةُ فيهم، فشهد أبو قتادة - الحارث بن ربعي الأنصاري - أنهم أقاموا الصلاةَ، وقال آخرون: إنهم لم يُؤَذّنوا ولا صَلّوا</a:t>
            </a:r>
          </a:p>
          <a:p>
            <a:r>
              <a:t>"The patrol disagreed about them: Abū Qatāda al-Anṣārī — al-Ḥārith b. Ribʿī — testified that they had established the prayer, and others said they had neither given the adhān nor prayed."</a:t>
            </a:r>
          </a:p>
          <a:p>
            <a:r>
              <a:t>— البدایہ والنہایہ ج۷ ص۳۰</a:t>
            </a:r>
          </a:p>
          <a:p/>
          <a:p>
            <a:r>
              <a:t>عبرت — Two men can stand in the same place at the same hour and carry away two different nights.</a:t>
            </a:r>
          </a:p>
          <a:p/>
          <a:p>
            <a:r>
              <a:t>HANDS UP — Before the answer: *"Two men from the same patrol. Do you think they told the same story?"*</a:t>
            </a:r>
          </a:p>
          <a:p/>
          <a:p>
            <a:r>
              <a:t>MAP — No movement. One arrow in, and the prisoners brought back to Khālid's ؓ camp.</a:t>
            </a:r>
          </a:p>
          <a:p/>
          <a:p>
            <a:r>
              <a:t>BACKGROUND (read at home, not aloud) —</a:t>
            </a:r>
          </a:p>
          <a:p>
            <a:r>
              <a:t>The patrols came on Mālik ؓ and took him prisoner, and his companions with him. Then the patrol itself fell out over what it had seen. Abū Qatāda al-Anṣārī ؓ — al-Ḥārith b. Ribʿī — testified that the men had established the prayer. Others in the same patrol said they had neither given the adhān nor prayed. The disagreement is not between later historians. It is between the men who were standing there.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centre of the part. Lay the accounts side by side and stop. Do not use the cooking-pot detail</a:t>
            </a:r>
          </a:p>
          <a:p/>
          <a:p>
            <a:r>
              <a:t>WHEN, as the card gives it: ۱۱ھ `[SOURCED, the books disagree]`</a:t>
            </a:r>
          </a:p>
          <a:p/>
          <a:p>
            <a:r>
              <a:t>SAY —</a:t>
            </a:r>
          </a:p>
          <a:p>
            <a:r>
              <a:t>1. Here the books stop agreeing — What happened that night is told four different ways.</a:t>
            </a:r>
          </a:p>
          <a:p>
            <a:r>
              <a:t>2. The cold night, and the crier — «أدفئوا أسراكم» — warm your prisoners — called through the camp.</a:t>
            </a:r>
          </a:p>
          <a:p>
            <a:r>
              <a:t>3. Taken for an order to kill — The men killed them; Ḍirār b. al-Azwar killed Mālik ؓ.</a:t>
            </a:r>
          </a:p>
          <a:p>
            <a:r>
              <a:t>4. Ibn al-Athīr's explanation — In the dialect of Kināna that phrase means killing; only warmth was meant.</a:t>
            </a:r>
          </a:p>
          <a:p>
            <a:r>
              <a:t>   ^ read the Arabic on the face here</a:t>
            </a:r>
          </a:p>
          <a:p>
            <a:r>
              <a:t>5. The second version — Khālid ؓ summoned him, reproached him over Sajāḥ and the zakāt, and it ended in an order to strike.</a:t>
            </a:r>
          </a:p>
          <a:p>
            <a:r>
              <a:t>6. The Siyar's two — Including al-Zuhrī's: the men had laid down their arms, and the patrol split over whether quarter had been given.</a:t>
            </a:r>
          </a:p>
          <a:p>
            <a:r>
              <a:t>7. What we say — The books do not agree, and where they do not agree we record and we stop.</a:t>
            </a:r>
          </a:p>
          <a:p/>
          <a:p>
            <a:r>
              <a:t>QUOTE — وَهِيَ فِي لُغَةِ كِنَانَةَ الْقَتْلُ، فَظَنَّ الْقَوْمُ أَنَّهُ أَرَادَ الْقَتْلَ، وَلَمْ يُرِدْ إِلَّا الدِّفْءَ</a:t>
            </a:r>
          </a:p>
          <a:p>
            <a:r>
              <a:t>"— and in the dialect of Kināna that word means killing. So the people supposed he meant killing, and he had meant nothing but warmth."</a:t>
            </a:r>
          </a:p>
          <a:p>
            <a:r>
              <a:t>— الکامل فی التاریخ ج۲ ص۲۱۳</a:t>
            </a:r>
          </a:p>
          <a:p/>
          <a:p>
            <a:r>
              <a:t>عبرت — Where four books tell one night four ways, the honest thing is to say so and stop.</a:t>
            </a:r>
          </a:p>
          <a:p/>
          <a:p>
            <a:r>
              <a:t>HANDS UP — no — **and take no questions on it from the floor.** **Also on the page:**</a:t>
            </a:r>
          </a:p>
          <a:p/>
          <a:p>
            <a:r>
              <a:t>MAP — No movement. Hold on البُطاح and let the screen stay still while this is told.</a:t>
            </a:r>
          </a:p>
          <a:p/>
          <a:p>
            <a:r>
              <a:t>&gt; ⚠ **HOW TO DELIVER.** Show the disagreement, not a verdict. What is **not** in dispute, in all four</a:t>
            </a:r>
          </a:p>
          <a:p>
            <a:r>
              <a:t>&gt; books: the Anṣār refused and then followed; Mālik ؓ was undecided; the patrol was divided; Abū Qatāda ؓ</a:t>
            </a:r>
          </a:p>
          <a:p>
            <a:r>
              <a:t>&gt; testified they had prayed; they were killed; Ḍirār killed Mālik ؓ; Khālid ؓ married the widow; ʿUmar ؓ</a:t>
            </a:r>
          </a:p>
          <a:p>
            <a:r>
              <a:t>&gt; demanded his removal; Abū Bakr ؓ paid the blood-money and kept him in command. **Disputed: how they</a:t>
            </a:r>
          </a:p>
          <a:p>
            <a:r>
              <a:t>&gt; died.** Say: *"The books do not agree, and where they do not agree we record and we stop."*</a:t>
            </a:r>
          </a:p>
          <a:p>
            <a:r>
              <a:t>&gt; **Do not use the cooking-pot detail** (البدایہ ج۷ ص۳۱) — it is graphic, it adds nothing the room</a:t>
            </a:r>
          </a:p>
          <a:p>
            <a:r>
              <a:t>&gt; needs, and it is exactly the kind of detail that turns an evening. **Do not adjudicate.** Defer</a:t>
            </a:r>
          </a:p>
          <a:p>
            <a:r>
              <a:t>&gt; everything else to the session that handles the مشاجرات with اصول.</a:t>
            </a:r>
          </a:p>
          <a:p/>
          <a:p>
            <a:r>
              <a:t>BACKGROUND (read at home, not aloud) —</a:t>
            </a:r>
          </a:p>
          <a:p>
            <a:r>
              <a:t>What happened that night is the part the books do not agree on, and the honest thing is to lay the accounts side by side and stop there. Ibn Kathīr's first version: the prisoners were held through a bitterly cold night, and Khālid's ؓ crier called out «أدفئوا أسراكم» — warm your prisoners. The men took it for an order to kill, and killed them; Ḍirār b. al-Azwar killed Mālik ؓ. Khālid ؓ came out when he heard the noise, and it was already done. Ibn al-Athīr gives the same words with an explanation attached: in the dialect of Kināna that phrase means killing, so the men understood killing, and nothing but warmth had been meant. Ibn Kathīr then gives a second version — «ويقال» — in which Khālid ؓ summoned him and reproached him over Sajāḥ and over the zakāt, and the exchange ended in an order to strike. The Siyar carries two more, one of them al-Zuhrī's, in which the men had already laid down their arms and Abū Qatāda ؓ told Khālid ؓ they had been given quarter, and the rest of the patrol told him they had not. Four accounts, and we do not choose between them.</a:t>
            </a:r>
          </a:p>
          <a:p/>
          <a:p>
            <a:r>
              <a:t>&gt; فيقال: إن الأسارى باتوا في كبولهم في ليلة شديدةِ البردِ، فنادى منادي خالدٍ: أن أدفئوا أسراكم، فظنَّ القوم أنّه أراد القتلَ، فقتلوهم، وقتل ضرارُ بن الأزور مالكَ بن نُوَيْرة</a:t>
            </a:r>
          </a:p>
          <a:p>
            <a:r>
              <a:t>&gt; — البدایہ والنہایہ ج۷ ص۳۰ · https://shamela.ws/book/30097/3176</a:t>
            </a:r>
          </a:p>
          <a:p>
            <a:r>
              <a:t>&gt; *English:* "It is said that the prisoners passed the night in their irons on a bitterly cold night,</a:t>
            </a:r>
          </a:p>
          <a:p>
            <a:r>
              <a:t>&gt; and Khālid's crier called out: warm your prisoners! And the people supposed he meant killing, and</a:t>
            </a:r>
          </a:p>
          <a:p>
            <a:r>
              <a:t>&gt; killed them; and Ḍirār b. al-Azwar killed Mālik b. Nuwayra."</a:t>
            </a:r>
          </a:p>
          <a:p/>
          <a:p>
            <a:r>
              <a:t>&gt; ويقال: بل استدعى خالدٌ مالكَ بن نويرة، فأنّبه على ما صدر منه من متابعة سَجَاح، وعلى منعِه الزكاة وقال: ألم تعلمْ أنها قرينةُ الصلاة؟ فقال مالكٌ: إن صاحبَكم كان يزعمُ ذلك</a:t>
            </a:r>
          </a:p>
          <a:p>
            <a:r>
              <a:t>&gt; — البدایہ والنہایہ ج۷ ص۳۰ · https://shamela.ws/book/30097/3176</a:t>
            </a:r>
          </a:p>
          <a:p>
            <a:r>
              <a:t>&gt; *English:* "And it is said: rather Khālid summoned Mālik b. Nuwayra and reproached him for what he</a:t>
            </a:r>
          </a:p>
          <a:p>
            <a:r>
              <a:t>&gt; had done in following Sajāḥ and for withholding the zakāt, and said: did you not know that it is the</a:t>
            </a:r>
          </a:p>
          <a:p>
            <a:r>
              <a:t>&gt; companion of the prayer? Mālik said: your companion used to claim that."</a:t>
            </a:r>
          </a:p>
          <a:p/>
          <a:p>
            <a:r>
              <a:t>The reply, and the order to strike, are overleaf at البدایہ ج۷ ص۳۱ — *"Is he our companion and not</a:t>
            </a:r>
          </a:p>
          <a:p>
            <a:r>
              <a:t>yours?"* Both halves of the exchange must be cited to their own page; it straddles the break.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tools/mapstudio/scenes/s04-06-back-to-medina.json in tools/mapstudio/index.html, export step(s) 1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map runs backwards to Medina for the first time in the campaign</a:t>
            </a:r>
          </a:p>
          <a:p/>
          <a:p>
            <a:r>
              <a:t>WHEN, as the card gives it: ۱۱ھ `[SOURCED]`</a:t>
            </a:r>
          </a:p>
          <a:p/>
          <a:p>
            <a:r>
              <a:t>SAY —</a:t>
            </a:r>
          </a:p>
          <a:p>
            <a:r>
              <a:t>1. ʿUmar ؓ keeps pressing — Remove him: there is recklessness in that sword.</a:t>
            </a:r>
          </a:p>
          <a:p>
            <a:r>
              <a:t>2. Khālid ؓ is sent for — And came to Medina in rusted mail, arrows stuck in his turban.</a:t>
            </a:r>
          </a:p>
          <a:p>
            <a:r>
              <a:t>3. In the mosque — ʿUmar ؓ stood, pulled the arrows out of his turban and broke them.</a:t>
            </a:r>
          </a:p>
          <a:p>
            <a:r>
              <a:t>4. And said it to his face — You killed a Muslim man, and then you took his wife.</a:t>
            </a:r>
          </a:p>
          <a:p>
            <a:r>
              <a:t>   ^ read the Arabic on the face here</a:t>
            </a:r>
          </a:p>
          <a:p>
            <a:r>
              <a:t>5. Khālid ؓ says nothing — He assumed the caliph's view was ʿUmar's ؓ view.</a:t>
            </a:r>
          </a:p>
          <a:p/>
          <a:p>
            <a:r>
              <a:t>QUOTE — أرياءً قتلتَ امرأً مسلمًا ثم نزوتَ على امرأته، والله لأرجمنَّك بالجنادلِ</a:t>
            </a:r>
          </a:p>
          <a:p>
            <a:r>
              <a:t>"Was it for show? You killed a Muslim man, then you leapt upon his wife. By Allah, I will stone you with stones!"</a:t>
            </a:r>
          </a:p>
          <a:p>
            <a:r>
              <a:t>— البدایہ والنہایہ ج۷ ص۳۱</a:t>
            </a:r>
          </a:p>
          <a:p/>
          <a:p>
            <a:r>
              <a:t>عبرت — The objection was not whispered. It was made in the mosque, to the man's face, by the man who would be caliph next.</a:t>
            </a:r>
          </a:p>
          <a:p/>
          <a:p>
            <a:r>
              <a:t>HANDS UP — no **Also on the page:** الکامل ج۲ ص۲۱۳ has ʿUmar's ؓ words as «قَتَلْتَ امْرَأً مُسْلِمًا، ثُمَّ نَزَوْتَ عَلَى امْرَأَتِهِ، وَاللَّهِ لَأَرْجُمَنَّكَ بِأَحْجَارِكَ» — *"I will stone you with your own stones"* (https://shamela.ws/book/21712/904).</a:t>
            </a:r>
          </a:p>
          <a:p/>
          <a:p>
            <a:r>
              <a:t>MAP — The arrow returns to **المدينة**. This is the first time in the campaign the map runs backwards.</a:t>
            </a:r>
          </a:p>
          <a:p/>
          <a:p>
            <a:r>
              <a:t>BACKGROUND (read at home, not aloud) —</a:t>
            </a:r>
          </a:p>
          <a:p>
            <a:r>
              <a:t>ʿUmar ؓ kept pressing the Ṣiddīq ؓ to remove Khālid ؓ from command — there was recklessness in that sword, he said — until Abū Bakr ؓ sent for him and he came to Medina. He came in his iron mail, rusted with blood, with arrows stuck into his turban. When he walked into the mosque, ʿUmar ؓ stood up, pulled the arrows out of his turban and broke them, and said it to his face. Khālid ؓ did not answer him a word, because he assumed the Ṣiddīq's ؓ view was ʿUmar's ؓ view.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"He has heard the objection. What does he do with the commander?"</a:t>
            </a:r>
          </a:p>
          <a:p/>
          <a:p>
            <a:r>
              <a:t>WHEN, as the card gives it: ۱۱ھ `[SOURCED]`</a:t>
            </a:r>
          </a:p>
          <a:p/>
          <a:p>
            <a:r>
              <a:t>SAY —</a:t>
            </a:r>
          </a:p>
          <a:p>
            <a:r>
              <a:t>1. The demand is refused — Abū Bakr ؓ would not remove him.</a:t>
            </a:r>
          </a:p>
          <a:p>
            <a:r>
              <a:t>2. "He interpreted and was mistaken" — Not: he was right. The caliph says plainly that he erred.</a:t>
            </a:r>
          </a:p>
          <a:p>
            <a:r>
              <a:t>3. "Lift your tongue off Khālid" — And: I do not sheathe a sword Allah has drawn against the disbelievers.</a:t>
            </a:r>
          </a:p>
          <a:p>
            <a:r>
              <a:t>   ^ read the Arabic on the face here</a:t>
            </a:r>
          </a:p>
          <a:p>
            <a:r>
              <a:t>4. The blood-money is paid — For Mālik b. Nuwayra ؓ, from the caliph's own side.</a:t>
            </a:r>
          </a:p>
          <a:p>
            <a:r>
              <a:t>5. And he stays in command — The error is named, the price is paid, the commander is kept.</a:t>
            </a:r>
          </a:p>
          <a:p/>
          <a:p>
            <a:r>
              <a:t>QUOTE — هِيهِ يَا عُمَرُ! تَأَوَّلَ فَأَخْطَأَ، فَارْفَعْ لِسَانَكَ عَنْ خَالِدٍ، فَإِنِّي لَا أَشِيمُ سَيْفًا سَلَّهُ اللَّهُ عَلَى الْكَافِرِينَ.</a:t>
            </a:r>
          </a:p>
          <a:p>
            <a:r>
              <a:t>"Enough, ʿUmar! He interpreted and was mistaken. Lift your tongue off Khālid — for I do not sheathe a sword Allah has drawn against the disbelievers."</a:t>
            </a:r>
          </a:p>
          <a:p>
            <a:r>
              <a:t>— الکامل فی التاریخ ج۲ ص۲۱۳</a:t>
            </a:r>
          </a:p>
          <a:p/>
          <a:p>
            <a:r>
              <a:t>عبرت — The caliph said out loud that his commander had got it wrong, paid for it, and kept him. Those three are one decision, not three.</a:t>
            </a:r>
          </a:p>
          <a:p/>
          <a:p>
            <a:r>
              <a:t>HANDS UP — Before the answer: *"He has heard the objection. What do you think he does with the commander?"* **Also on the page:**</a:t>
            </a:r>
          </a:p>
          <a:p/>
          <a:p>
            <a:r>
              <a:t>MAP — Hold on **المدينة**.</a:t>
            </a:r>
          </a:p>
          <a:p/>
          <a:p>
            <a:r>
              <a:t>BACKGROUND (read at home, not aloud) —</a:t>
            </a:r>
          </a:p>
          <a:p>
            <a:r>
              <a:t>Abū Bakr ؓ did not accept the demand and did not dismiss him. He said Khālid ؓ had made an interpretation and had got it wrong; that ʿUmar ؓ was to lift his tongue off him; and that he would not sheathe a sword Allah had drawn against the disbelievers. Then he did the three things that are in all four books: he accepted Khālid's ؓ excuse and passed over what had been done, he paid the blood-money for Mālik b. Nuwayra ؓ out of his own side, and he left him in command.</a:t>
            </a:r>
          </a:p>
          <a:p/>
          <a:p>
            <a:r>
              <a:t>&gt; اعزلْهُ فإنَّ في سيفه رَهَقًا، فقال أبو بكر: لا أشيم سيفًا سلّه اللهُ على الكفار</a:t>
            </a:r>
          </a:p>
          <a:p>
            <a:r>
              <a:t>&gt; — البدایہ والنہایہ ج۷ ص۳۱ · https://shamela.ws/book/30097/3177</a:t>
            </a:r>
          </a:p>
          <a:p>
            <a:r>
              <a:t>&gt; *English:* "Dismiss him, for there is recklessness in his sword. Abū Bakr said: I do not sheathe a</a:t>
            </a:r>
          </a:p>
          <a:p>
            <a:r>
              <a:t>&gt; sword Allah has drawn against the disbelievers."</a:t>
            </a:r>
          </a:p>
          <a:p/>
          <a:p>
            <a:r>
              <a:t>&gt; ليس على خالد ما تقول، هبه تأول فأخطأ</a:t>
            </a:r>
          </a:p>
          <a:p>
            <a:r>
              <a:t>&gt; — سیر أعلام النبلاء (سير الخلفاء الراشدين) ص۴۶ · https://shamela.ws/book/10906/1194</a:t>
            </a:r>
          </a:p>
          <a:p>
            <a:r>
              <a:t>&gt; *English:* "Khālid does not bear what you say. Grant that he interpreted and was mistaken."</a:t>
            </a:r>
          </a:p>
          <a:p/>
          <a:p>
            <a:r>
              <a:t>The blood-money is at البدایہ ج۷ ص۳۲ — «وودى مالك بن نويرة» (https://shamela.ws/book/30097/3178).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safest sentence available on the whole episode. Banū Jadhīma is the precedent, in the Prophet's ﷺ own hand</a:t>
            </a:r>
          </a:p>
          <a:p/>
          <a:p>
            <a:r>
              <a:t>WHEN, as the card gives it: the historian's own comment `[SOURCED]`</a:t>
            </a:r>
          </a:p>
          <a:p/>
          <a:p>
            <a:r>
              <a:t>SAY —</a:t>
            </a:r>
          </a:p>
          <a:p>
            <a:r>
              <a:t>1. The historian writes his own verdict — And it is the safest sentence available on the whole episode.</a:t>
            </a:r>
          </a:p>
          <a:p>
            <a:r>
              <a:t>2. "He exercised judgement, and he was mistaken" — Ibn Kathīr says the error plainly, and keeps the man in command.</a:t>
            </a:r>
          </a:p>
          <a:p>
            <a:r>
              <a:t>   ^ read the Arabic on the face here</a:t>
            </a:r>
          </a:p>
          <a:p>
            <a:r>
              <a:t>3. He sets a precedent beside it — Banū Jadhīma, in the Prophet's ﷺ own lifetime.</a:t>
            </a:r>
          </a:p>
          <a:p>
            <a:r>
              <a:t>4. The prisoners who said the wrong word — They said ṣabaʾnā, not knowing how to say we have accepted Islam.</a:t>
            </a:r>
          </a:p>
          <a:p>
            <a:r>
              <a:t>5. What the Prophet ﷺ did — Paid the blood-money down to the dog's bowl, and dissociated himself from the act.</a:t>
            </a:r>
          </a:p>
          <a:p>
            <a:r>
              <a:t>6. And what he did not do — He did not remove him from command.</a:t>
            </a:r>
          </a:p>
          <a:p/>
          <a:p>
            <a:r>
              <a:t>QUOTE — واستمرَّ أبو بكر بخالدٍ على الإمرة، وإن كان قد اجتهد في قتلِ مالك بن نويرة وأخطأَ في قتله</a:t>
            </a:r>
          </a:p>
          <a:p>
            <a:r>
              <a:t>"Abū Bakr continued with Khālid in command, even though he had exercised his judgement in the killing of Mālik b. Nuwayra and was mistaken in killing him."</a:t>
            </a:r>
          </a:p>
          <a:p>
            <a:r>
              <a:t>— البدایہ والنہایہ ج۷ ص۳۲</a:t>
            </a:r>
          </a:p>
          <a:p/>
          <a:p>
            <a:r>
              <a:t>عبرت — A mistake can be named as a mistake, paid for, and still not end a man — and the precedent for that is from the Prophet's ﷺ own hand.</a:t>
            </a:r>
          </a:p>
          <a:p/>
          <a:p>
            <a:r>
              <a:t>HANDS UP — no **Also on the page:**</a:t>
            </a:r>
          </a:p>
          <a:p/>
          <a:p>
            <a:r>
              <a:t>MAP — No map. This is the evening's one large-statement slide.</a:t>
            </a:r>
          </a:p>
          <a:p/>
          <a:p>
            <a:r>
              <a:t>BACKGROUND (read at home, not aloud) —</a:t>
            </a:r>
          </a:p>
          <a:p>
            <a:r>
              <a:t>Ibn Kathīr writes his own sentence over the whole episode, and it is the safest sentence available on it: Abū Bakr ؓ continued with Khālid ؓ in command, **even though he had exercised his judgement in the killing of Mālik b. Nuwayra and was mistaken in killing him.** And then he puts a precedent beside it, from the Prophet's ﷺ own lifetime: when Khālid ؓ was sent to Banū Jadhīma and killed prisoners who had said *ṣabaʾnā, ṣabaʾnā* because they did not know how to say *we have accepted Islam*, the Prophet ﷺ paid their blood-money down to the dog's bowl, raised his hands and said *"O Allah, I dissociate myself from what Khālid has done"* — **and, with that, did not remove him from command either.**</a:t>
            </a:r>
          </a:p>
          <a:p/>
          <a:p>
            <a:r>
              <a:t>&gt; فوداهم رسول الله ﷺ حتى ردَّ إليهم ميلغة الكلب، ورفع يديه وقال: اللهم إني أبرأ إليك مما صنع خالد، ومع هذا لم يعزل خالدًا عن الإمرة</a:t>
            </a:r>
          </a:p>
          <a:p>
            <a:r>
              <a:t>&gt; — البدایہ والنہایہ ج۷ ص۳۲ · https://shamela.ws/book/30097/3178</a:t>
            </a:r>
          </a:p>
          <a:p>
            <a:r>
              <a:t>&gt; *English:* "So the Messenger of Allah ﷺ paid their blood-money, until he returned to them even the</a:t>
            </a:r>
          </a:p>
          <a:p>
            <a:r>
              <a:t>&gt; dog's bowl, and raised his hands and said: O Allah, I dissociate myself from what Khālid has done —</a:t>
            </a:r>
          </a:p>
          <a:p>
            <a:r>
              <a:t>&gt; and with all that, he did not remove Khālid from command."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Closes the part on consolation, not on blame</a:t>
            </a:r>
          </a:p>
          <a:p/>
          <a:p>
            <a:r>
              <a:t>WHEN, as the card gives it: ۱۳ھ onwards, in ʿUmar's ؓ caliphate `[SOURCED]`</a:t>
            </a:r>
          </a:p>
          <a:p/>
          <a:p>
            <a:r>
              <a:t>SAY —</a:t>
            </a:r>
          </a:p>
          <a:p>
            <a:r>
              <a:t>1. Mutammim comes to Medina — Complaining of Khālid ؓ, with ʿUmar ؓ helping him.</a:t>
            </a:r>
          </a:p>
          <a:p>
            <a:r>
              <a:t>2. The elegies are recited to the caliph — And Abū Bakr ؓ paid him the blood-money from his own side.</a:t>
            </a:r>
          </a:p>
          <a:p>
            <a:r>
              <a:t>3. Years later, ʿUmar ؓ is caliph — And the two men sit together: two brothers lost, in two different places.</a:t>
            </a:r>
          </a:p>
          <a:p>
            <a:r>
              <a:t>4. "I would have elegised my brother Zayd ؓ" — If I were a man who made verse.</a:t>
            </a:r>
          </a:p>
          <a:p>
            <a:r>
              <a:t>5. Mutammim's answer — Had my brother fallen where yours fell, I would not have wept for him.</a:t>
            </a:r>
          </a:p>
          <a:p>
            <a:r>
              <a:t>   ^ read the Arabic on the face here</a:t>
            </a:r>
          </a:p>
          <a:p>
            <a:r>
              <a:t>6. "No one has ever consoled me better" — And that is where this block ends.</a:t>
            </a:r>
          </a:p>
          <a:p/>
          <a:p>
            <a:r>
              <a:t>QUOTE — فَقَالَ عُمَرُ: لَوْ كُنْتُ أَقُولُ الشِّعْرَ لَرَثَيْتُ أَخِي زَيْدًا. فَقَالَ مُتَمِّمٌ: وَلَا سَوَاءَ يَا أَمِيرَ الْمُؤْمِنِينَ، لَوْ كَانَ أَخِي صُرِعَ مَصْرَعَ أَخِيكَ لَمَا بَكَيْتُهُ. فَقَالَ عُمَرُ: مَا عَزَّانِي أَحَدٌ بِأَحْسَنَ مِمَّا عَزَّيْتَنِي بِهِ.</a:t>
            </a:r>
          </a:p>
          <a:p>
            <a:r>
              <a:t>"ʿUmar said: Were I a man who made verse, I would have elegised my brother Zayd. Mutammim said: They are not alike, Commander of the Believers — had my brother fallen where your brother fell, I would not have wept for him. ʿUmar said: No one has ever consoled me better than you have consoled me."</a:t>
            </a:r>
          </a:p>
          <a:p>
            <a:r>
              <a:t>— الکامل فی التاریخ ج۲ ص۲۱۴</a:t>
            </a:r>
          </a:p>
          <a:p/>
          <a:p>
            <a:r>
              <a:t>عبرت — The quarrel is not closed by a verdict. It is closed by two bereaved men consoling each other.</a:t>
            </a:r>
          </a:p>
          <a:p/>
          <a:p>
            <a:r>
              <a:t>HANDS UP — no **Also on the page:**</a:t>
            </a:r>
          </a:p>
          <a:p/>
          <a:p>
            <a:r>
              <a:t>MAP — No map. Close the block on two men sitting down.</a:t>
            </a:r>
          </a:p>
          <a:p/>
          <a:p>
            <a:r>
              <a:t>⚠ الکامل ج۲ ص۲۱۴ also records that two of Khālid's ؓ own nephews were killed «في هذه الوقعة». The</a:t>
            </a:r>
          </a:p>
          <a:p>
            <a:r>
              <a:t>antecedent is not unambiguous on the page. **Do not use.**</a:t>
            </a:r>
          </a:p>
          <a:p/>
          <a:p>
            <a:r>
              <a:t>BACKGROUND (read at home, not aloud) —</a:t>
            </a:r>
          </a:p>
          <a:p>
            <a:r>
              <a:t>Mutammim b. Nuwayra came to Medina complaining of Khālid ؓ to the Ṣiddīq ؓ, with ʿUmar ؓ helping him and reciting to the caliph the elegies he had made for his brother; and Abū Bakr ؓ paid him the blood-money from his own side. Years later, with ʿUmar ؓ himself caliph, the two men sat together — one who had lost a brother at al-Yamāma, one who had lost a brother at al-Buṭāḥ. ʿUmar ؓ said that if he were a man who made verse he would have elegised his brother Zayd ؓ. Mutammim said: they are not alike, Commander of the Believers — had my brother fallen where your brother fell, I would not have wept for him. And ʿUmar ؓ said: no one has ever consoled me better than you have consoled me.</a:t>
            </a:r>
          </a:p>
          <a:p/>
          <a:p>
            <a:r>
              <a:t>&gt; وجاء مُتمّم بن نُوَيْرة فجعل يشكو إلى الصديق خالدًا، وعمرُ يساعده وينشد الصديقَ ما قال في أخيه من المراثي، فوداه الصديق من عنده</a:t>
            </a:r>
          </a:p>
          <a:p>
            <a:r>
              <a:t>&gt; — البدایہ والنہایہ ج۷ ص۳۱ · https://shamela.ws/book/30097/3177</a:t>
            </a:r>
          </a:p>
          <a:p>
            <a:r>
              <a:t>&gt; *English:* "Mutammim b. Nuwayra came and began to complain of Khālid to the Ṣiddīq, with ʿUmar</a:t>
            </a:r>
          </a:p>
          <a:p>
            <a:r>
              <a:t>&gt; helping him and reciting to the Ṣiddīq the elegies he had made for his brother; and the Ṣiddīq paid</a:t>
            </a:r>
          </a:p>
          <a:p>
            <a:r>
              <a:t>&gt; him the blood-money from his own side."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3: "A man writes to the Prophet ﷺ proposing terms. What do you think he asks for?" — ask at beat 1</a:t>
            </a:r>
          </a:p>
          <a:p/>
          <a:p>
            <a:r>
              <a:t>WHEN, as the card gives it: **آخر سنة عشر** `[SOURCED]`</a:t>
            </a:r>
          </a:p>
          <a:p/>
          <a:p>
            <a:r>
              <a:t>SAY —</a:t>
            </a:r>
          </a:p>
          <a:p>
            <a:r>
              <a:t>1. A letter comes from al-Yamāma — Addressed from one messenger of Allah to another.</a:t>
            </a:r>
          </a:p>
          <a:p>
            <a:r>
              <a:t>2. What it actually proposes — Not a revelation: a partition. Half the matter ours, half Quraysh's.</a:t>
            </a:r>
          </a:p>
          <a:p>
            <a:r>
              <a:t>3. "But Quraysh are a people who transgress" — The complaint is about a tribe, not about a religion.</a:t>
            </a:r>
          </a:p>
          <a:p>
            <a:r>
              <a:t>   ^ read the Arabic on the face here</a:t>
            </a:r>
          </a:p>
          <a:p>
            <a:r>
              <a:t>4. The reply refuses the premise — Not the arithmetic: the earth belongs to Allah.</a:t>
            </a:r>
          </a:p>
          <a:p>
            <a:r>
              <a:t>5. "He gives it in inheritance to whom He wills" — And the outcome is for those who fear Him.</a:t>
            </a:r>
          </a:p>
          <a:p>
            <a:r>
              <a:t>6. The date — The book puts the exchange at the end of the year 10.</a:t>
            </a:r>
          </a:p>
          <a:p/>
          <a:p>
            <a:r>
              <a:t>QUOTE — من مُسَيْلَمة رسولِ اللهِ إلى محمدٍ رسولِ الله، سلامٌ عَلَيْكَ، أما بعدُ، فإني قد أُشْرِكْتُ في الأمْرِ معكَ، فإنّ لنا نِصْفَ الأمْرِ، ولقُرَيشٍ نصف الأمْرِ، ولكن قُريشًا قومٌ يَعْتدون.</a:t>
            </a:r>
          </a:p>
          <a:p>
            <a:r>
              <a:t>"From Musaylima the Messenger of Allah, to Muḥammad the Messenger of Allah. Peace be upon you. To proceed: I have been given a share in the matter with you. Half the matter is ours and half the matter is Quraysh's — but Quraysh are a people who transgress."</a:t>
            </a:r>
          </a:p>
          <a:p>
            <a:r>
              <a:t>— البدایہ والنہایہ ج۵ ص۲۴</a:t>
            </a:r>
          </a:p>
          <a:p/>
          <a:p>
            <a:r>
              <a:t>عبرت — One document divides the country between two tribes, and the other answers that the country belongs to neither of them.</a:t>
            </a:r>
          </a:p>
          <a:p/>
          <a:p>
            <a:r>
              <a:t>HANDS UP — Before telling it: *"A man writes to the Prophet ﷺ proposing terms. What do you think he asks for?"*</a:t>
            </a:r>
          </a:p>
          <a:p/>
          <a:p>
            <a:r>
              <a:t>MAP — One line from **اليمامة** to **المدینہ** and one back. Two documents side by side on the screen, nothing else.</a:t>
            </a:r>
          </a:p>
          <a:p/>
          <a:p>
            <a:r>
              <a:t>⚠ The editor footnotes a **variant wording** of the letter — «نصف **الأرض** ولقريش نصف **الأرض**»</a:t>
            </a:r>
          </a:p>
          <a:p>
            <a:r>
              <a:t>(مجموعة الوثائق السياسية ٢٠٥). **Note both; never merge them into one.**</a:t>
            </a:r>
          </a:p>
          <a:p/>
          <a:p>
            <a:r>
              <a:t>BACKGROUND (read at home, not aloud) —</a:t>
            </a:r>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Put this before the al-Yamāma battle cards. Thābit b. Qays ؓ is standing beside the Prophet ﷺ here and dies at #43</a:t>
            </a:r>
          </a:p>
          <a:p/>
          <a:p>
            <a:r>
              <a:t>WHEN, as the card gives it: in the Prophet's ﷺ lifetime `[SOURCED]` — **صحيح البخاري ٤٣٧٣**</a:t>
            </a:r>
          </a:p>
          <a:p/>
          <a:p>
            <a:r>
              <a:t>SAY —</a:t>
            </a:r>
          </a:p>
          <a:p>
            <a:r>
              <a:t>1. He came to Medina himself — While the Prophet ﷺ was alive, with a large number of his own people.</a:t>
            </a:r>
          </a:p>
          <a:p>
            <a:r>
              <a:t>2. What he kept saying — Make the succession mine, and I will follow you.</a:t>
            </a:r>
          </a:p>
          <a:p>
            <a:r>
              <a:t>3. The Prophet ﷺ came out to him — With Thābit b. Qays b. Shammās ؓ beside him.</a:t>
            </a:r>
          </a:p>
          <a:p>
            <a:r>
              <a:t>4. There was a piece of palm-branch in his hand — And what he said to him was about that piece.</a:t>
            </a:r>
          </a:p>
          <a:p>
            <a:r>
              <a:t>5. "If you asked me for this, I would not give it to you" — The claim was refused while it was still a request.</a:t>
            </a:r>
          </a:p>
          <a:p>
            <a:r>
              <a:t>   ^ read the Arabic on the face here</a:t>
            </a:r>
          </a:p>
          <a:p>
            <a:r>
              <a:t>6. Remember the man standing beside him — Thābit b. Qays ؓ dies at al-Yamāma, against this same claimant.</a:t>
            </a:r>
          </a:p>
          <a:p/>
          <a:p>
            <a:r>
              <a:t>QUOTE — لو سألتني هذه القطعة ما أعطيتكها، ولن تعدوَ أمرَ اللهِ فيك، ولئن أدبرتَ ليعقرنَّك اللهُ</a:t>
            </a:r>
          </a:p>
          <a:p>
            <a:r>
              <a:t>— البدایہ والنہایہ ج۵ ص۲۱ — **صحيح البخاري ٤٣٧٣**, via</a:t>
            </a:r>
          </a:p>
          <a:p/>
          <a:p>
            <a:r>
              <a:t>عبرت — The claim was refused while it was still only a request, years before it had to be fought.</a:t>
            </a:r>
          </a:p>
          <a:p/>
          <a:p>
            <a:r>
              <a:t>HANDS UP — no **Cross-reference:** the Companion standing beside the Prophet ﷺ in this scene, **ثابت بن قيس بن شماس ؓ**, is the man killed carrying the banner of the Anṣār at اليمامة against this same claimant (ج۷ ص۳۳–۳۴) — carded in `ridda-campaign-the-conduct-of-the-wars.md`. If both cards are used, put this one first and let the room make the connection.</a:t>
            </a:r>
          </a:p>
          <a:p/>
          <a:p>
            <a:r>
              <a:t>MAP — n/a.</a:t>
            </a:r>
          </a:p>
          <a:p/>
          <a:p>
            <a:r>
              <a:t>BACKGROUND (read at home, not aloud) —</a:t>
            </a:r>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Rabīʿa and Muḍar. The most efficient sentence in the strand</a:t>
            </a:r>
          </a:p>
          <a:p/>
          <a:p>
            <a:r>
              <a:t>WHEN, as the card gives it: ۱۱ھ–۱۲ھ, اليمامة `[SOURCED]`</a:t>
            </a:r>
          </a:p>
          <a:p/>
          <a:p>
            <a:r>
              <a:t>SAY —</a:t>
            </a:r>
          </a:p>
          <a:p>
            <a:r>
              <a:t>1. A bedouin speaks to Musaylima's face — And tells him what he actually thinks of the claim.</a:t>
            </a:r>
          </a:p>
          <a:p>
            <a:r>
              <a:t>2. "I bear witness that you are a liar" — And that Muḥammad ﷺ is truthful.</a:t>
            </a:r>
          </a:p>
          <a:p>
            <a:r>
              <a:t>3. And then the rest of it — But a liar of Rabīʿa is dearer to us than a truthful man of Muḍar.</a:t>
            </a:r>
          </a:p>
          <a:p>
            <a:r>
              <a:t>   ^ read the Arabic on the face here</a:t>
            </a:r>
          </a:p>
          <a:p>
            <a:r>
              <a:t>4. Both trunks are northern Arabs — Banū Ḥanīfa of Rabīʿa, Quraysh of Muḍar, and both of ʿAdnān.</a:t>
            </a:r>
          </a:p>
          <a:p>
            <a:r>
              <a:t>5. He followed him anyway — And was killed with him at ʿAqrabāʾ.</a:t>
            </a:r>
          </a:p>
          <a:p/>
          <a:p>
            <a:r>
              <a:t>QUOTE — فقال أشهد أنَّك كذّابٌ وأن محمدًا صادقٌ، ولكن كذّابَ رَبيعة أحبُّ إلينا من صادقِ مُضَر</a:t>
            </a:r>
          </a:p>
          <a:p>
            <a:r>
              <a:t>"He said: I bear witness that you are a liar and that Muḥammad is truthful — but a liar of Rabīʿa is dearer to us than a truthful man of Muḍar."</a:t>
            </a:r>
          </a:p>
          <a:p>
            <a:r>
              <a:t>— البدایہ والنہایہ ج۷ ص۳۷</a:t>
            </a:r>
          </a:p>
          <a:p/>
          <a:p>
            <a:r>
              <a:t>عبرت — A man can know which of two claims is true and still act on which of two families is his.</a:t>
            </a:r>
          </a:p>
          <a:p/>
          <a:p>
            <a:r>
              <a:t>HANDS UP — no **Note:** the clause that follows on the page carries Ibn Kathīr's own imprecation against the man; the quotation stands complete without it. This is the most efficient sentence in the whole strand — the tribal principle stated by a man who admits the religious claim is false.</a:t>
            </a:r>
          </a:p>
          <a:p/>
          <a:p>
            <a:r>
              <a:t>MAP — not a map — two trunk names on the screen, **رَبيعة** and **مُضَر**, with the fork shown one level below **عدنان**, so the room can see that both sides of this sentence are northern Arabs.</a:t>
            </a:r>
          </a:p>
          <a:p/>
          <a:p>
            <a:r>
              <a:t>BACKGROUND (read at home, not aloud) —</a:t>
            </a:r>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tools/mapstudio/scenes/s04-07-sajah.json in tools/mapstudio/index.html, export step(s) 1–3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she is Taghlibī, not Tamīmī. Do not open al-Buṭāḥ from this card — it was told in Part IV</a:t>
            </a:r>
          </a:p>
          <a:p/>
          <a:p>
            <a:r>
              <a:t>WHEN, as the card gives it: ۱۱ھ `[SOURCED]`</a:t>
            </a:r>
          </a:p>
          <a:p/>
          <a:p>
            <a:r>
              <a:t>SAY —</a:t>
            </a:r>
          </a:p>
          <a:p>
            <a:r>
              <a:t>1. She comes down from al-Jazīra — With troops of her own people and whoever had joined them.</a:t>
            </a:r>
          </a:p>
          <a:p>
            <a:r>
              <a:t>2. She had claimed prophethood — And, the book says, they had resolved on making war on Abū Bakr ؓ.</a:t>
            </a:r>
          </a:p>
          <a:p>
            <a:r>
              <a:t>3. Who she actually was — Of Taghlib, and of the Christians of the Arabs.</a:t>
            </a:r>
          </a:p>
          <a:p>
            <a:r>
              <a:t>   ^ read the Arabic on the face here</a:t>
            </a:r>
          </a:p>
          <a:p>
            <a:r>
              <a:t>4. Not of Tamīm — Tamīm is only the tribe she gathered on the way.</a:t>
            </a:r>
          </a:p>
          <a:p>
            <a:r>
              <a:t>5. Most of Tamīm answered her — Including Mālik b. Nuwayra ؓ, ʿUṭārid b. Ḥājib and a number of chiefs.</a:t>
            </a:r>
          </a:p>
          <a:p>
            <a:r>
              <a:t>6. Others held back — The tribe split, as tribes did all through this war.</a:t>
            </a:r>
          </a:p>
          <a:p/>
          <a:p>
            <a:r>
              <a:t>QUOTE — إذ أقبلت سجاح بنتُ الحارث بن سويد بن عقفان التغلبية من الجزيرة، وهي من نصارى العرب، وقد ادَّعتِ النبوَّة</a:t>
            </a:r>
          </a:p>
          <a:p>
            <a:r>
              <a:t>"…when Sajāḥ bint al-Ḥārith b. Suwayd b. ʿAqfān al-Taghlibiyya came forward from al-Jazīra — and she was of the Christians of the Arabs — having claimed prophethood."</a:t>
            </a:r>
          </a:p>
          <a:p>
            <a:r>
              <a:t>— البدایہ والنہایہ ج۷ ص۲۸</a:t>
            </a:r>
          </a:p>
          <a:p/>
          <a:p>
            <a:r>
              <a:t>عبرت — The tribe that supplied her following was not the tribe she came from, and the book is careful to say so.</a:t>
            </a:r>
          </a:p>
          <a:p/>
          <a:p>
            <a:r>
              <a:t>HANDS UP — no **Also on the page** — a verse said about it by ʿUṭārid b. Ḥājib, one of the men who had answered her: «**أمستْ نَبيَّتُنا أُنثَى نُطيفُ بها … وأصبحَتْ أنبياءُ النَّاس ذُكرانا**» — *"our prophetess has become a woman we circle around, while the prophets of other people are men."*</a:t>
            </a:r>
          </a:p>
          <a:p/>
          <a:p>
            <a:r>
              <a:t>MAP — An arrow from **الجزيرة** in the far north, down into نجد, on to **اليمامة**, and then back north again. **It never reaches Medina.**</a:t>
            </a:r>
          </a:p>
          <a:p/>
          <a:p>
            <a:r>
              <a:t>⚠ **Correction recorded, because two existing artifacts have it wrong:** she is **Taghlibī**, not</a:t>
            </a:r>
          </a:p>
          <a:p>
            <a:r>
              <a:t>Tamīmī. It is **مالك بن نويرة ؓ** who is التميمي اليربوعي (§6.2 item 3).</a:t>
            </a:r>
          </a:p>
          <a:p>
            <a:r>
              <a:t>⚠ **مالك بن نويرة ؓ is named here only as one of the men who answered her call, which is what the</a:t>
            </a:r>
          </a:p>
          <a:p>
            <a:r>
              <a:t>page says.** What happened to him afterwards at **البُطاح** is مشاجرات-adjacent, is carded separately</a:t>
            </a:r>
          </a:p>
          <a:p>
            <a:r>
              <a:t>in `ridda-campaign-the-conduct-of-the-wars.md` under **⚠ SPEAKER'S DISCRETION**, and must not be</a:t>
            </a:r>
          </a:p>
          <a:p>
            <a:r>
              <a:t>opened from this card.</a:t>
            </a:r>
          </a:p>
          <a:p/>
          <a:p>
            <a:r>
              <a:t>BACKGROUND (read at home, not aloud) —</a:t>
            </a:r>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narrative at ⁨ج7 ص29⁩–30 is obscene and must not be read, paraphrased or alluded to. End on her Islam in ʿUmar's ؓ days</a:t>
            </a:r>
          </a:p>
          <a:p/>
          <a:p>
            <a:r>
              <a:t>WHEN, as the card gives it: ۱۱ھ, at اليمامة, and afterwards `[SOURCED]`</a:t>
            </a:r>
          </a:p>
          <a:p/>
          <a:p>
            <a:r>
              <a:t>SAY —</a:t>
            </a:r>
          </a:p>
          <a:p>
            <a:r>
              <a:t>1. The two claimants meet at al-Yamāma — The northern claim and the Yamāma claim, in one place.</a:t>
            </a:r>
          </a:p>
          <a:p>
            <a:r>
              <a:t>2. He bought her off — She took half the kharāj of his land.</a:t>
            </a:r>
          </a:p>
          <a:p>
            <a:r>
              <a:t>   ^ read the Arabic on the face here</a:t>
            </a:r>
          </a:p>
          <a:p>
            <a:r>
              <a:t>3. The dowry he paid — The remission of two of the five prayers: the dawn and the night prayer.</a:t>
            </a:r>
          </a:p>
          <a:p>
            <a:r>
              <a:t>4. What that tells you — That is what one claim to prophethood was worth to the other.</a:t>
            </a:r>
          </a:p>
          <a:p>
            <a:r>
              <a:t>5. She went home — Back north to al-Jazīra, and stayed among Banū Taghlib until Muʿāwiya's time.</a:t>
            </a:r>
          </a:p>
          <a:p>
            <a:r>
              <a:t>6. And afterwards — She became Muslim in ʿUmar's ؓ days, and her Islam was good. End the card here.</a:t>
            </a:r>
          </a:p>
          <a:p/>
          <a:p>
            <a:r>
              <a:t>QUOTE — ثم انثنت سَجَاح راجعةً إلى بلادها … فكرَّتْ راجعةً إلى الجزيرة بعدما قبضَتْ من مسيلمة نصفَ خراجِ أرضِهِ، فأقامت في قومها بني تَغْلِب، إلى زمان معاوية</a:t>
            </a:r>
          </a:p>
          <a:p>
            <a:r>
              <a:t>"Then Sajāḥ turned back to her own country … she went back to al-Jazīra after she had taken from Musaylima half the kharāj of his land, and she stayed among her people, Banū Taghlib, until the time of Muʿāwiya."</a:t>
            </a:r>
          </a:p>
          <a:p>
            <a:r>
              <a:t>— البدایہ والنہایہ ج۷ ص۳۰</a:t>
            </a:r>
          </a:p>
          <a:p/>
          <a:p>
            <a:r>
              <a:t>عبرت — A claim that could be settled for half a land-tax was priced by the man who bought it.</a:t>
            </a:r>
          </a:p>
          <a:p/>
          <a:p>
            <a:r>
              <a:t>HANDS UP — no **And afterwards — البدایہ ج۵ ص۲۴** (https://shamela.ws/book/30097/2208), Ibn Kathīr quoting السهيلي: «**وقد أسْلَمَتْ هي أيضًا أيام عُمَرَ بن الخطاب، فحسن إسلامُها**» — *"and she too became Muslim in the days of ʿUmar b. al-Khaṭṭāb, and her Islam was good."* **End the card here**, not on the withdrawal — the note flags this as the resolution the room should be given.</a:t>
            </a:r>
          </a:p>
          <a:p/>
          <a:p>
            <a:r>
              <a:t>MAP — her arrow reaches **اليمامة**, turns, and goes back north to **الجزيرة**.</a:t>
            </a:r>
          </a:p>
          <a:p/>
          <a:p>
            <a:r>
              <a:t>⚠ **The narrative of that meeting at ج۷ ص۲۹–۳۰ contains explicitly obscene material. It must not be</a:t>
            </a:r>
          </a:p>
          <a:p>
            <a:r>
              <a:t>read, paraphrased, or alluded to in the hall.** The usable fact is exactly the one clean sentence</a:t>
            </a:r>
          </a:p>
          <a:p>
            <a:r>
              <a:t>above: he bought her off, and the dowry he paid was two of the five prayers.</a:t>
            </a:r>
          </a:p>
          <a:p/>
          <a:p>
            <a:r>
              <a:t>BACKGROUND (read at home, not aloud) —</a:t>
            </a:r>
          </a:p>
          <a:p>
            <a:r>
              <a:t>The two claimants met at al-Yamāma, and he bought her off. She took half the kharāj of his land and turned back to her own country, and she stayed among her people, Banū Taghlib, until the time of Muʿāwiya.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tools/mapstudio/scenes/s04-08-the-road-to-al-yamama.json in tools/mapstudio/index.html, export step(s) 1–3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long southern line is the same man the room met in Yemen last week</a:t>
            </a:r>
          </a:p>
          <a:p/>
          <a:p>
            <a:r>
              <a:t>WHEN, as the card gives it: ۱۱ھ, at اليمامة `[SOURCED]`</a:t>
            </a:r>
          </a:p>
          <a:p/>
          <a:p>
            <a:r>
              <a:t>SAY —</a:t>
            </a:r>
          </a:p>
          <a:p>
            <a:r>
              <a:t>1. Two commanders sent ahead — ʿIkrima ؓ had the banner for Musaylima; Shuraḥbīl ؓ was sent behind him.</a:t>
            </a:r>
          </a:p>
          <a:p>
            <a:r>
              <a:t>2. He attacked before the second came up — To carry off the fame of it alone.</a:t>
            </a:r>
          </a:p>
          <a:p>
            <a:r>
              <a:t>3. And was beaten — The first Muslim force to reach al-Yamāma was thrown back.</a:t>
            </a:r>
          </a:p>
          <a:p>
            <a:r>
              <a:t>4. He reported it and waited for recall — What came back was not a recall.</a:t>
            </a:r>
          </a:p>
          <a:p>
            <a:r>
              <a:t>5. "Do not come back and weaken the people" — Go on to Oman, then Mahra, then keep marching.</a:t>
            </a:r>
          </a:p>
          <a:p>
            <a:r>
              <a:t>   ^ read the Arabic on the face here</a:t>
            </a:r>
          </a:p>
          <a:p>
            <a:r>
              <a:t>6. The longest march of the war — One man's line crosses the whole southern edge of the map.</a:t>
            </a:r>
          </a:p>
          <a:p/>
          <a:p>
            <a:r>
              <a:t>QUOTE — 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a:p>
            <a:r>
              <a:t>"Let me not see you and do not you see me. Do not come back and weaken the people. Go on to Ḥudhayfa and ʿArfaja and fight the people of ʿUmān and Mahra; then you and your troops march on, testing the people, until you meet Muhājir b. Abī Umayya in Yemen and Ḥaḍramawt."</a:t>
            </a:r>
          </a:p>
          <a:p>
            <a:r>
              <a:t>— الکامل فی التاریخ ج۲ ص۲۱۴–۲۱۵ · **straddles the page break**</a:t>
            </a:r>
          </a:p>
          <a:p/>
          <a:p>
            <a:r>
              <a:t>عبرت — He was not dismissed for the defeat; he was given more ground to cross.</a:t>
            </a:r>
          </a:p>
          <a:p/>
          <a:p>
            <a:r>
              <a:t>HANDS UP — Before telling it: *"A commander loses a battle by moving too soon. What should the letter from the capital say?"*</a:t>
            </a:r>
          </a:p>
          <a:p/>
          <a:p>
            <a:r>
              <a:t>MAP — ʿIkrima's ؓ arrow reaches **اليمامة** and **recoils**. Shuraḥbīl's ؓ arrow halts short of it on the road. Then a **new, very long line** starts from that point and runs east to عمان, then west along the southern edge — مَهْرة, أبْيَن, حضرموت. **That line is one man and it takes the rest of the evening to finish.**</a:t>
            </a:r>
          </a:p>
          <a:p/>
          <a:p>
            <a:r>
              <a:t>BACKGROUND (read at home, not aloud) —</a:t>
            </a:r>
          </a:p>
          <a:p>
            <a:r>
              <a:t>ʿIkrima ؓ had the banner for Musaylima, and Shuraḥbīl ؓ was sent behind him. ʿIkrima attacked before Shuraḥbīl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Beaten, reproached — and then given the vanguard</a:t>
            </a:r>
          </a:p>
          <a:p/>
          <a:p>
            <a:r>
              <a:t>WHEN, as the card gives it: ۱۱ھ, at اليمامة `[SOURCED]`</a:t>
            </a:r>
          </a:p>
          <a:p/>
          <a:p>
            <a:r>
              <a:t>SAY —</a:t>
            </a:r>
          </a:p>
          <a:p>
            <a:r>
              <a:t>1. His orders were to wait — Stay until Khālid ؓ comes up, and afterwards go and help ʿAmr ؓ against Quḍāʿa.</a:t>
            </a:r>
          </a:p>
          <a:p>
            <a:r>
              <a:t>2. He did not wait — He got ahead of Khālid ؓ in engaging Musaylima.</a:t>
            </a:r>
          </a:p>
          <a:p>
            <a:r>
              <a:t>3. Beaten, and reproached — Khālid ؓ blamed him for it, as Medina had blamed ʿIkrima ؓ.</a:t>
            </a:r>
          </a:p>
          <a:p>
            <a:r>
              <a:t>   ^ read the Arabic on the face here</a:t>
            </a:r>
          </a:p>
          <a:p>
            <a:r>
              <a:t>4. Both advance forces beaten separately — That is why the main battle was so hard.</a:t>
            </a:r>
          </a:p>
          <a:p>
            <a:r>
              <a:t>5. And then he was given the vanguard — At ʿAqrabāʾ, the man who had just failed led the front of the army.</a:t>
            </a:r>
          </a:p>
          <a:p/>
          <a:p>
            <a:r>
              <a:t>QUOTE — وَعَجَّلَ شُرَحْبِيلُ بْنُ حَسَنَةَ، وَبَادَرَ خَالِدًا بِقِتَالِ مُسَيْلِمَةَ، فَنُكِبَ، فَلَامَهُ خَالِدٌ.</a:t>
            </a:r>
          </a:p>
          <a:p>
            <a:r>
              <a:t>"Shuraḥbīl b. Ḥasana hurried, and got ahead of Khālid in fighting Musaylima, and was struck down; and Khālid reproached him."</a:t>
            </a:r>
          </a:p>
          <a:p>
            <a:r>
              <a:t>— الکامل فی التاریخ ج۲ ص۲۱۵</a:t>
            </a:r>
          </a:p>
          <a:p/>
          <a:p>
            <a:r>
              <a:t>عبرت — The same mistake twice in one month, and neither man was thrown away for it.</a:t>
            </a:r>
          </a:p>
          <a:p/>
          <a:p>
            <a:r>
              <a:t>HANDS UP — no **Also on the page:** البدایہ ج۷ ص۳۳ puts him at the head of the army days later — «وقد جعل على المقدمة شرحبيل بن حسنة» (https://shamela.ws/book/30097/3179).</a:t>
            </a:r>
          </a:p>
          <a:p/>
          <a:p>
            <a:r>
              <a:t>MAP — Shuraḥbīl's ؓ halted arrow starts again, reaches اليمامة and recoils in its turn. Then, when Khālid's ؓ arrow arrives, Shuraḥbīl's ؓ re-forms **in front of it** as the vanguard.</a:t>
            </a:r>
          </a:p>
          <a:p/>
          <a:p>
            <a:r>
              <a:t>BACKGROUND (read at home, not aloud) —</a:t>
            </a:r>
          </a:p>
          <a:p>
            <a:r>
              <a:t>Shuraḥbīl b. Ḥasana ؓ had been written to with an order to stay where he was until Khālid ؓ came up, and then, once Musaylima was finished with, to go and help ʿAmr b. al-ʿĀṣ ؓ against Quḍāʿa. He did not wait. He got ahead of Khālid ؓ in engaging Musaylima, and he was beaten too, and Khālid ؓ reproached him for it. Both of the advance commanders were beaten in detail before the main army ever arrived — which is the military shape of al-Yamāma and the reason it was the hardest fighting of the war. And then, at ʿAqrabāʾ, the man who had just been beaten and reproached was given the vanguard.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tools/mapstudio/scenes/s04-09-aqraba.json in tools/mapstudio/index.html, export step(s) 1–2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"Why would a commander put his own villages behind his army?"</a:t>
            </a:r>
          </a:p>
          <a:p/>
          <a:p>
            <a:r>
              <a:t>WHEN, as the card gives it: ۱۱ھ→۱۲ھ `[SOURCED]`</a:t>
            </a:r>
          </a:p>
          <a:p/>
          <a:p>
            <a:r>
              <a:t>SAY —</a:t>
            </a:r>
          </a:p>
          <a:p>
            <a:r>
              <a:t>1. Forty thousand fighting men — Three books, one figure.</a:t>
            </a:r>
          </a:p>
          <a:p>
            <a:r>
              <a:t>2. Musaylima hears Khālid ؓ is coming — And chooses his ground before the army arrives.</a:t>
            </a:r>
          </a:p>
          <a:p>
            <a:r>
              <a:t>3. ʿAqrabāʾ, on the edge of al-Yamāma — The town itself is Ḥajr; put it on the map.</a:t>
            </a:r>
          </a:p>
          <a:p>
            <a:r>
              <a:t>4. The farmland behind his back — The property and the families were left behind his own line.</a:t>
            </a:r>
          </a:p>
          <a:p>
            <a:r>
              <a:t>   ^ read the Arabic on the face here</a:t>
            </a:r>
          </a:p>
          <a:p>
            <a:r>
              <a:t>5. What that decision means — No man in his line could retreat except through his own household.</a:t>
            </a:r>
          </a:p>
          <a:p>
            <a:r>
              <a:t>6. Why the battle went to the finish — Neither army had anywhere to go.</a:t>
            </a:r>
          </a:p>
          <a:p/>
          <a:p>
            <a:r>
              <a:t>QUOTE — فلما سمع مسيلمةُ بقدوم خالدٍ عسكر بمكانٍ يقال له: (عقربا) في طرف اليمامة والريفُ وراءَ ظهورهم</a:t>
            </a:r>
          </a:p>
          <a:p>
            <a:r>
              <a:t>"When Musaylima heard of Khālid's coming, he encamped at a place called ʿAqrabāʾ, at the edge of al-Yamāma, with the cultivated country behind their backs."</a:t>
            </a:r>
          </a:p>
          <a:p>
            <a:r>
              <a:t>— البدایہ والنہایہ ج۷ ص۳۲</a:t>
            </a:r>
          </a:p>
          <a:p/>
          <a:p>
            <a:r>
              <a:t>عبرت — He put his own people's homes behind his line so that no one could run. It worked, and it cost more lives than any other day of the war.</a:t>
            </a:r>
          </a:p>
          <a:p/>
          <a:p>
            <a:r>
              <a:t>HANDS UP — Before beat 5: *"Why would a commander put his own villages behind his army?"* **Also on the page:** «لأنهم نحو أربعين ألفًا من المقاتلةِ» (البدایہ ج۷ ص۳۲ · https://shamela.ws/book/30097/3178); الکامل ج۲ ص۲۱۵ gives the same count, and الکامل ج۲ ص۲۱۶ has «وَتَرَكَ مُسَيْلِمَةُ الْأَمْوَالَ وَرَاءَ ظَهْرِهِ» (https://shamela.ws/book/21712/907).</a:t>
            </a:r>
          </a:p>
          <a:p/>
          <a:p>
            <a:r>
              <a:t>MAP — The enemy camp at **عَقْرَباء**, on the edge of the cultivated country, with **the farmland and the households behind it**. Draw the red block with **no line of retreat**. Name the town of اليمامة on the map: **حَجْر**.</a:t>
            </a:r>
          </a:p>
          <a:p/>
          <a:p>
            <a:r>
              <a:t>BACKGROUND (read at home, not aloud) —</a:t>
            </a:r>
          </a:p>
          <a:p>
            <a:r>
              <a:t>Banū Ḥanīfa were about forty thousand fighting men — the figure is the same in three books. When Musaylima heard Khālid ؓ was coming he camped at a place called ʿAqrabāʾ on the edge of al-Yamāma, and he put the cultivated country behind his back: the farms, the property and the families. Ibn al-Athīr says it in one line — he left the property behind him. That is a decision about his own men, not about the enemy. A man in that line could not fall back without running through his own household. It is the reason the battle was fought to the finish.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"forty to sixty riders" and do not fix a number. This decision settles evening 5</a:t>
            </a:r>
          </a:p>
          <a:p/>
          <a:p>
            <a:r>
              <a:t>WHEN, as the card gives it: ۱۱ھ→۱۲ھ `[SOURCED]`</a:t>
            </a:r>
          </a:p>
          <a:p/>
          <a:p>
            <a:r>
              <a:t>SAY —</a:t>
            </a:r>
          </a:p>
          <a:p>
            <a:r>
              <a:t>1. The night before the battle — The vanguard picked up a mounted party coming home.</a:t>
            </a:r>
          </a:p>
          <a:p>
            <a:r>
              <a:t>2. Who they were — Between forty and sixty riders under Mujjāʿa b. Murāra, a chief of Banū Ḥanīfa.</a:t>
            </a:r>
          </a:p>
          <a:p>
            <a:r>
              <a:t>3. Their excuses were not believed — Khālid ؓ ordered the whole party executed.</a:t>
            </a:r>
          </a:p>
          <a:p>
            <a:r>
              <a:t>4. One man spoke first — If you mean anything for the people of Yamāma tomorrow, keep this one alive.</a:t>
            </a:r>
          </a:p>
          <a:p>
            <a:r>
              <a:t>   ^ read the Arabic on the face here</a:t>
            </a:r>
          </a:p>
          <a:p>
            <a:r>
              <a:t>5. Kept in irons, in the commander's own tent — With Khālid's ؓ wife Umm Tamīm, and: treat him well.</a:t>
            </a:r>
          </a:p>
          <a:p>
            <a:r>
              <a:t>6. Remember where he is sitting — That decision settles the end of the battle before it has begun.</a:t>
            </a:r>
          </a:p>
          <a:p/>
          <a:p>
            <a:r>
              <a:t>QUOTE — أيها الرجل إن كنتَ تريد بأهل اليمامة غدًا خيرًا أو شرًا فاستبق هذا الرجل … فاستبقاه خالد مقيدًا، وجعله في الخيمة مع امرأته، وقال: استوصي به خيرًا.</a:t>
            </a:r>
          </a:p>
          <a:p>
            <a:r>
              <a:t>"Man — if you intend anything tomorrow for the people of Yamāma, good or ill, keep this man alive … So Khālid kept him, in irons, and put him in the tent with his wife, and said: treat him well."</a:t>
            </a:r>
          </a:p>
          <a:p>
            <a:r>
              <a:t>— البدایہ والنہایہ ج۷ ص۳۳</a:t>
            </a:r>
          </a:p>
          <a:p/>
          <a:p>
            <a:r>
              <a:t>عبرت — He kept one prisoner alive on a stranger's advice, and that decision settled the end of the battle before it started.</a:t>
            </a:r>
          </a:p>
          <a:p/>
          <a:p>
            <a:r>
              <a:t>HANDS UP — no **Also on the page:** the numbers differ — البدایہ ج۷ ص۳۳ «نحو من أربعين وقيل ستين فارسًا»; الکامل ج۲ ص۲۱۶ «مَا بَيْنَ أَرْبَعِينَ إِلَى سِتِّينَ»; سیر (الراشدون) ص۴۳ says twenty-three. **Say "forty to sixty riders" and do not fix a number.**</a:t>
            </a:r>
          </a:p>
          <a:p/>
          <a:p>
            <a:r>
              <a:t>MAP — Khālid's ؓ arrow runs from البُطاح east to **اليمامة**, and halts on a ridge overlooking it. One marker for Khālid's ؓ own tent, behind the line.</a:t>
            </a:r>
          </a:p>
          <a:p/>
          <a:p>
            <a:r>
              <a:t>BACKGROUND (read at home, not aloud) —</a:t>
            </a:r>
          </a:p>
          <a:p>
            <a:r>
              <a:t>The night before the battle Khālid's ؓ vanguard picked up a mounted party coming home — the books say between forty and sixty riders — under Mujjāʿa b. Murāra, a chief of Banū Ḥanīfa, who had been away settling a blood feud. They were brought in and made their excuses; he did not believe them, and ordered the whole party executed. One of them spoke up first: if you mean anything at all for the people of Yamāma tomorrow, good or ill, keep this one man alive. So Khālid ؓ kept him, in irons, and put him in his own tent with his wife Umm Tamīm, and told her to treat him well.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Do not print a banner diagram. Three books, three arrangements</a:t>
            </a:r>
          </a:p>
          <a:p/>
          <a:p>
            <a:r>
              <a:t>WHEN, as the card gives it: ۱۱ھ→۱۲ھ, at عَقْرَباء `[SOURCED, the books disagree]`</a:t>
            </a:r>
          </a:p>
          <a:p/>
          <a:p>
            <a:r>
              <a:t>SAY —</a:t>
            </a:r>
          </a:p>
          <a:p>
            <a:r>
              <a:t>1. The vanguard — Shuraḥbīl b. Ḥasana ؓ, at the head of the army.</a:t>
            </a:r>
          </a:p>
          <a:p>
            <a:r>
              <a:t>2. The two wings — Zayd b. al-Khaṭṭāb ؓ and Abū Ḥudhayfa ؓ.</a:t>
            </a:r>
          </a:p>
          <a:p>
            <a:r>
              <a:t>3. The two banners — The Muhājirūn's with Sālim ؓ, the Anṣār's with Thābit b. Qays ؓ.</a:t>
            </a:r>
          </a:p>
          <a:p>
            <a:r>
              <a:t>4. The tribes under their own — Each clan behind its own banner.</a:t>
            </a:r>
          </a:p>
          <a:p>
            <a:r>
              <a:t>   ^ read the Arabic on the face here</a:t>
            </a:r>
          </a:p>
          <a:p>
            <a:r>
              <a:t>5. And the books do not agree — Three books arrange the same three men three ways.</a:t>
            </a:r>
          </a:p>
          <a:p>
            <a:r>
              <a:t>6. So: name the men, not the chart — Remember these four names; they all come back within the hour.</a:t>
            </a:r>
          </a:p>
          <a:p/>
          <a:p>
            <a:r>
              <a:t>QUOTE — ورايةُ المهاجرين مع سالم مولى أبي حذيفة، ورايةُ الأنصار مع ثابت بن قيس بن شمّاس، والعرب على راياتها</a:t>
            </a:r>
          </a:p>
          <a:p>
            <a:r>
              <a:t>"The Muhājirūn's banner was with Sālim, the freedman of Abū Ḥudhayfa; the Anṣār's banner with Thābit b. Qays b. Shammās; and the Arabs each under their own banners."</a:t>
            </a:r>
          </a:p>
          <a:p>
            <a:r>
              <a:t>— البدایہ والنہایہ ج۷ ص۳۳</a:t>
            </a:r>
          </a:p>
          <a:p/>
          <a:p>
            <a:r>
              <a:t>عبرت — Where three books arrange the same men three ways, name the men and leave the diagram unbuilt.</a:t>
            </a:r>
          </a:p>
          <a:p/>
          <a:p>
            <a:r>
              <a:t>HANDS UP — no **Also on the page:** «وقد جعل على المقدمة شرحبيل بن حسنة، وعلى المَجْنبتين زيدًا وأبا حذيفة» (البدایہ ج۷ ص۳۳ · https://shamela.ws/book/30097/3179). الکامل ج۲ ص۲۱۵–۲۱۶ and سیر ج۱ ص۲۹۸ give the two other arrangements — **do not print a banner diagram** (§6.3).</a:t>
            </a:r>
          </a:p>
          <a:p/>
          <a:p>
            <a:r>
              <a:t>MAP — The blue block forms up on the ridge: vanguard forward, two wings, the Muhājirūn's banner and the Anṣār's banner, and the tribes each under their own. **No labelled diagram of who held which banner.**</a:t>
            </a:r>
          </a:p>
          <a:p/>
          <a:p>
            <a:r>
              <a:t>BACKGROUND (read at home, not aloud) —</a:t>
            </a:r>
          </a:p>
          <a:p>
            <a:r>
              <a:t>Khālid ؓ put Shuraḥbīl b. Ḥasana ؓ at the head of the army and Zayd b. al-Khaṭṭāb ؓ and Abū Ḥudhayfa ؓ on the two wings. The Muhājirūn's banner went to Sālim, the freedman of Abū Ḥudhayfa ؓ, and the Anṣār's to Thābit b. Qays b. Shammās ؓ, and the tribes were each under their own banners. That is Ibn Kathīr. Ibn al-Athīr has Sālim ؓ carrying it after the man who had it before him was killed, and puts Abū Ḥudhayfa ؓ and Zayd ؓ over the Muhājirūn; al-Dhahabī has Zayd ؓ carrying the Muslims' banner and Sālim ؓ taking it up when Zayd ؓ fell. **Three books, three arrangements of the same three men.** Name the men; do not draw the chart.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"one of their leaders" — three books name three men</a:t>
            </a:r>
          </a:p>
          <a:p/>
          <a:p>
            <a:r>
              <a:t>WHEN, as the card gives it: ۱۱ھ→۱۲ھ, at عَقْرَباء `[SOURCED, the attribution is disputed]`</a:t>
            </a:r>
          </a:p>
          <a:p/>
          <a:p>
            <a:r>
              <a:t>SAY —</a:t>
            </a:r>
          </a:p>
          <a:p>
            <a:r>
              <a:t>1. The armies come into sight — And a call goes along the enemy line.</a:t>
            </a:r>
          </a:p>
          <a:p>
            <a:r>
              <a:t>2. "Today is the day of honour" — If you are routed, your women are taken.</a:t>
            </a:r>
          </a:p>
          <a:p>
            <a:r>
              <a:t>3. "Fight for your own honour" — And protect your women.</a:t>
            </a:r>
          </a:p>
          <a:p>
            <a:r>
              <a:t>   ^ read the Arabic on the face here</a:t>
            </a:r>
          </a:p>
          <a:p>
            <a:r>
              <a:t>4. Who said it — Three books name three different men.</a:t>
            </a:r>
          </a:p>
          <a:p>
            <a:r>
              <a:t>5. What we say — One of their leaders. We do not pick between the three.</a:t>
            </a:r>
          </a:p>
          <a:p/>
          <a:p>
            <a:r>
              <a:t>QUOTE — اليوم يوم الغيرة، اليوم إن هُزمتم تُستنكح النساء سَبيّاتٍ، ويُنكحن غيرَ حظيّاتٍ، فقاتلوا عن أحسابكم، وامنعوا نساءكم.</a:t>
            </a:r>
          </a:p>
          <a:p>
            <a:r>
              <a:t>"Today is the day of honour. Today, if you are routed, the women will be taken as captives and married without being cherished. So fight for your own standing, and protect your women."</a:t>
            </a:r>
          </a:p>
          <a:p>
            <a:r>
              <a:t>— البدایہ والنہایہ ج۷ ص۳۳</a:t>
            </a:r>
          </a:p>
          <a:p/>
          <a:p>
            <a:r>
              <a:t>عبرت — Both sides that day were fighting with their families behind them. That is the whole reason the ground did not give.</a:t>
            </a:r>
          </a:p>
          <a:p/>
          <a:p>
            <a:r>
              <a:t>HANDS UP — no **Also on the page:** الکامل ج۲ ص۲۱۶ attributes the same words to شرحبيل بن مسيلمة (https://shamela.ws/book/21712/907); سیر (الراشدون) ص۴۷ to شرحبيل بن سلمة (https://shamela.ws/book/10906/1195).</a:t>
            </a:r>
          </a:p>
          <a:p/>
          <a:p>
            <a:r>
              <a:t>MAP — The two blocks face each other. Nothing moves yet.</a:t>
            </a:r>
          </a:p>
          <a:p/>
          <a:p>
            <a:r>
              <a:t>BACKGROUND (read at home, not aloud) —</a:t>
            </a:r>
          </a:p>
          <a:p>
            <a:r>
              <a:t>As the two armies came into each other's sight, a call went along the enemy line: today is the day of honour; if you are routed, your women will be taken as captives and married without being asked for; so fight for your own honour, and protect your women. Ibn Kathīr puts those words in Musaylima's own mouth. Ibn al-Athīr gives them to Shuraḥbīl b. Musaylima, and al-Dhahabī to Shuraḥbīl b. Salama. **On the slide, say "one of their leaders".**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Neither book softens the rout. Tell both halves of the protection</a:t>
            </a:r>
          </a:p>
          <a:p/>
          <a:p>
            <a:r>
              <a:t>WHEN, as the card gives it: ۱۱ھ→۱۲ھ, at عَقْرَباء `[SOURCED]`</a:t>
            </a:r>
          </a:p>
          <a:p/>
          <a:p>
            <a:r>
              <a:t>SAY —</a:t>
            </a:r>
          </a:p>
          <a:p>
            <a:r>
              <a:t>1. The armies collide — And the Muslim line gives way.</a:t>
            </a:r>
          </a:p>
          <a:p>
            <a:r>
              <a:t>2. The bedouin contingents break — The rout is in the books plainly; neither book softens it.</a:t>
            </a:r>
          </a:p>
          <a:p>
            <a:r>
              <a:t>3. Into the commander's own tent — Banū Ḥanīfa came through, and were minded to kill Umm Tamīm ؓ.</a:t>
            </a:r>
          </a:p>
          <a:p>
            <a:r>
              <a:t>4. The prisoner stands up — Mujjāʿa, still in irons, gave her his protection: this is a fine free woman.</a:t>
            </a:r>
          </a:p>
          <a:p>
            <a:r>
              <a:t>   ^ read the Arabic on the face here</a:t>
            </a:r>
          </a:p>
          <a:p>
            <a:r>
              <a:t>5. Later the same day, the mirror — Muslims entered the same tent to kill him, and she gave him hers.</a:t>
            </a:r>
          </a:p>
          <a:p>
            <a:r>
              <a:t>6. Both halves are in the books — On the worst day of the war, each saved the other.</a:t>
            </a:r>
          </a:p>
          <a:p/>
          <a:p>
            <a:r>
              <a:t>QUOTE — فكانت جولة وانهزمتِ الأعرابُ حتى دخلت بنو حنيفة خيمةَ خالد بن الوليد وهمّوا بقتل أم تميم، حتى أجارها مجاعة وقال: نعمتِ الحُرَّةُ هذه.</a:t>
            </a:r>
          </a:p>
          <a:p>
            <a:r>
              <a:t>"There was a rout: the bedouin broke, until Banū Ḥanīfa entered Khālid b. al-Walīd's own tent and were minded to kill Umm Tamīm — until Mujjāʿa gave her his protection and said: This is a fine free woman."</a:t>
            </a:r>
          </a:p>
          <a:p>
            <a:r>
              <a:t>— البدایہ والنہایہ ج۷ ص۳۳</a:t>
            </a:r>
          </a:p>
          <a:p/>
          <a:p>
            <a:r>
              <a:t>عبرت — Each of them saved the other's life on the same day, and the book keeps both halves.</a:t>
            </a:r>
          </a:p>
          <a:p/>
          <a:p>
            <a:r>
              <a:t>HANDS UP — no **The mirror, from سیر:** «فَقَالَتْ أُمُّ تَمِيمٍ: وَاللَّهِ لَا يُقْتَلُ، وَأَجَارَتْهُ» — سیر أعلام النبلاء (سير الخلفاء الراشدين) ص۴۷ · https://shamela.ws/book/10906/1195.</a:t>
            </a:r>
          </a:p>
          <a:p/>
          <a:p>
            <a:r>
              <a:t>MAP — The blue block at عَقْرَباء is pushed **backwards**. A red spike reaches the marker for Khālid's ؓ own tent, behind the line.</a:t>
            </a:r>
          </a:p>
          <a:p/>
          <a:p>
            <a:r>
              <a:t>BACKGROUND (read at home, not aloud) —</a:t>
            </a:r>
          </a:p>
          <a:p>
            <a:r>
              <a:t>The two armies collided, and the Muslim line broke. The bedouin contingents ran, and Banū Ḥanīfa came through them and into Khālid's ؓ own tent, and were going to kill his wife. The prisoner in irons in that tent stood up and gave her his protection: *this is a fine free woman*. Later in the same day, Muslims came into the same tent meaning to kill him, and Umm Tamīm ؓ said: by Allah, he will not be killed — and gave him hers. Each of them saved the other's life on the same day, and the books keep both halves.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use the ḥadīth attached to him — the editor marks it «⁨ضعيف جدًّا⁩»</a:t>
            </a:r>
          </a:p>
          <a:p/>
          <a:p>
            <a:r>
              <a:t>WHEN, as the card gives it: ۱۱ھ→۱۲ھ, at عَقْرَباء `[SOURCED]`</a:t>
            </a:r>
          </a:p>
          <a:p/>
          <a:p>
            <a:r>
              <a:t>SAY —</a:t>
            </a:r>
          </a:p>
          <a:p>
            <a:r>
              <a:t>1. Killed in the rout — Zayd b. al-Khaṭṭāb ؓ killed a man named al-Rajjāl b. ʿUnfuwa.</a:t>
            </a:r>
          </a:p>
          <a:p>
            <a:r>
              <a:t>2. Who he was — He had come to the Prophet ﷺ and had recited the Qurʾān.</a:t>
            </a:r>
          </a:p>
          <a:p>
            <a:r>
              <a:t>3. What he was sent to do — Abū Bakr ؓ sent him to al-Yamāma to hold the people to Islam.</a:t>
            </a:r>
          </a:p>
          <a:p>
            <a:r>
              <a:t>4. What he did instead — He testified that the Prophet ﷺ had made Musaylima a partner in the matter.</a:t>
            </a:r>
          </a:p>
          <a:p>
            <a:r>
              <a:t>5. And they believed him — Because of who was saying it, not because of what was said.</a:t>
            </a:r>
          </a:p>
          <a:p>
            <a:r>
              <a:t>   ^ read the Arabic on the face here</a:t>
            </a:r>
          </a:p>
          <a:p>
            <a:r>
              <a:t>6. The historians' verdict — He was a greater fitna upon Banū Ḥanīfa than Musaylima himself.</a:t>
            </a:r>
          </a:p>
          <a:p/>
          <a:p>
            <a:r>
              <a:t>QUOTE — فَكَانَ أَعْظَمَ فِتْنَةً عَلَى بَنِي حَنِيفَةَ مِنْ مُسَيْلِمَةَ، شَهِدَ أَنَّ مُحَمَّدًا - صَلَّى اللَّهُ عَلَيْهِ وَسَلَّمَ - يَقُولُ: إِنَّ مُسَيْلِمَةَ قَدْ أُشْرِكَ مَعَهُ، فَصَدَّقُوهُ وَاسْتَجَابُوا لَهُ</a:t>
            </a:r>
          </a:p>
          <a:p>
            <a:r>
              <a:t>"He was a greater fitna upon Banū Ḥanīfa than Musaylima. He testified that Muḥammad ﷺ said that Musaylima had been made a partner with him — and they believed him and answered him."</a:t>
            </a:r>
          </a:p>
          <a:p>
            <a:r>
              <a:t>— الکامل فی التاریخ ج۲ ص۲۱۵</a:t>
            </a:r>
          </a:p>
          <a:p/>
          <a:p>
            <a:r>
              <a:t>عبرت — The false prophet needed someone with the Qurʾān to vouch for him, and that man did more damage than he did.</a:t>
            </a:r>
          </a:p>
          <a:p/>
          <a:p>
            <a:r>
              <a:t>HANDS UP — Before beat 5: *"Why would a whole tribe believe it from him?"* **Also on the page:** «وقد قُتل الرَّجَّالُ بن عنفوة … في هذه الجولة، قتله زيدُ بن الخطاب» and «فكانت فتنةُ الرجَّال أَعظمَ من فتنة مسيلمة» — البدایہ ج۷ ص۳۳ · https://shamela.ws/book/30097/3179.</a:t>
            </a:r>
          </a:p>
          <a:p/>
          <a:p>
            <a:r>
              <a:t>MAP — No movement. Hold on the broken line.</a:t>
            </a:r>
          </a:p>
          <a:p/>
          <a:p>
            <a:r>
              <a:t>⚠ **البدایہ ج۷ ص۳۲–۳۳ attaches a ḥadīth to him which the editor there marks «وإسناده ضعيف جدًّا».</a:t>
            </a:r>
          </a:p>
          <a:p>
            <a:r>
              <a:t>Do not use the ḥadīth.** The bare fact is in both books and is enough.</a:t>
            </a:r>
          </a:p>
          <a:p/>
          <a:p>
            <a:r>
              <a:t>BACKGROUND (read at home, not aloud) —</a:t>
            </a:r>
          </a:p>
          <a:p>
            <a:r>
              <a:t>In that same rout, Zayd b. al-Khaṭṭāb ؓ killed a man named al-Rajjāl b. ʿUnfuwa. He was not a man of Banū Ḥanīfa's making. He had come to the Prophet ﷺ, he had recited the Qurʾān, and Abū Bakr ؓ had sent him to al-Yamāma precisely to hold the people to Islam. Instead he testified that the Prophet ﷺ had said Musaylima was made a partner with him in the matter — and because it was he who said it, they believed him. Ibn al-Athīr's verdict: he was a greater fitna upon Banū Ḥanīfa than Musaylima was. Ibn Kathīr says the same in his own words.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What re-formed the line was what the men had memorised</a:t>
            </a:r>
          </a:p>
          <a:p/>
          <a:p>
            <a:r>
              <a:t>WHEN, as the card gives it: ۱۱ھ→۱۲ھ, at عَقْرَباء `[SOURCED]`</a:t>
            </a:r>
          </a:p>
          <a:p/>
          <a:p>
            <a:r>
              <a:t>SAY —</a:t>
            </a:r>
          </a:p>
          <a:p>
            <a:r>
              <a:t>1. The line has broken — And the Companions begin calling to one another across the field.</a:t>
            </a:r>
          </a:p>
          <a:p>
            <a:r>
              <a:t>2. "Set us clear, Khālid!" — The call goes up from every side.</a:t>
            </a:r>
          </a:p>
          <a:p>
            <a:r>
              <a:t>3. A company cuts its way through — Muhājirūn and Anṣār, forcing a way clear.</a:t>
            </a:r>
          </a:p>
          <a:p>
            <a:r>
              <a:t>4. And they call each other by a sūra — People of Sūrat al-Baqara: today the sorcery is undone.</a:t>
            </a:r>
          </a:p>
          <a:p>
            <a:r>
              <a:t>   ^ read the Arabic on the face here</a:t>
            </a:r>
          </a:p>
          <a:p>
            <a:r>
              <a:t>5. What re-formed the army — Not an order. Men naming each other by what they had memorised.</a:t>
            </a:r>
          </a:p>
          <a:p/>
          <a:p>
            <a:r>
              <a:t>QUOTE — وجعلت الصحابة يتواصَون بينهم ويقولون: يا أصحاب سورةِ البقرةِ، بَطلَ السِّحْرُ اليوم</a:t>
            </a:r>
          </a:p>
          <a:p>
            <a:r>
              <a:t>"And the Companions began enjoining one another, saying: People of Sūrat al-Baqara — today the sorcery is undone."</a:t>
            </a:r>
          </a:p>
          <a:p>
            <a:r>
              <a:t>— البدایہ والنہایہ ج۷ ص۳۳</a:t>
            </a:r>
          </a:p>
          <a:p/>
          <a:p>
            <a:r>
              <a:t>عبرت — When the line broke, what re-formed it was what the men had memorised.</a:t>
            </a:r>
          </a:p>
          <a:p/>
          <a:p>
            <a:r>
              <a:t>HANDS UP — no **Also on the page:** «ونادَوْا من كل جانب: أخلصنا يا خالد» — *"and they called from every side: set us clear, Khālid!"* (البدایہ ج۷ ص۳۳ · https://shamela.ws/book/30097/3179).</a:t>
            </a:r>
          </a:p>
          <a:p/>
          <a:p>
            <a:r>
              <a:t>MAP — The blue block stops going backwards and begins to re-form.</a:t>
            </a:r>
          </a:p>
          <a:p/>
          <a:p>
            <a:r>
              <a:t>BACKGROUND (read at home, not aloud) —</a:t>
            </a:r>
          </a:p>
          <a:p>
            <a:r>
              <a:t>With the line broken, the Companions began calling to each other across the field. From every side they called to Khālid ؓ to clear them a way through. And they began enjoining one another by the thing they had in common that the bedouin contingents did not: *People of Sūrat al-Baqara — today the sorcery is undone.* The army was re-formed by men calling each other by what they had memorised.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2845⁩ — the soundest report of the day</a:t>
            </a:r>
          </a:p>
          <a:p/>
          <a:p>
            <a:r>
              <a:t>WHEN, as the card gives it: ۱۱ھ→۱۲ھ, at عَقْرَباء `[SOURCED]`</a:t>
            </a:r>
          </a:p>
          <a:p/>
          <a:p>
            <a:r>
              <a:t>SAY —</a:t>
            </a:r>
          </a:p>
          <a:p>
            <a:r>
              <a:t>1. Anas ؓ finds him — While the line is going backwards, he is perfuming himself with ḥanūṭ.</a:t>
            </a:r>
          </a:p>
          <a:p>
            <a:r>
              <a:t>2. He is putting on his shroud — The two white garments he was buried in.</a:t>
            </a:r>
          </a:p>
          <a:p>
            <a:r>
              <a:t>3. "In a moment, nephew" — Asked whether he can see what is happening.</a:t>
            </a:r>
          </a:p>
          <a:p>
            <a:r>
              <a:t>4. Then he comes forward — Past the men falling back: get out of our faces so we can strike them.</a:t>
            </a:r>
          </a:p>
          <a:p>
            <a:r>
              <a:t>5. "This is not how we used to fight with the Messenger of Allah ﷺ" — Said to a generation that knew exactly what he meant.</a:t>
            </a:r>
          </a:p>
          <a:p>
            <a:r>
              <a:t>   ^ read the Arabic on the face here</a:t>
            </a:r>
          </a:p>
          <a:p>
            <a:r>
              <a:t>6. He digs his feet in — Holding the Anṣār's banner, to the middle of his shins, and did not move.</a:t>
            </a:r>
          </a:p>
          <a:p>
            <a:r>
              <a:t>7. And was killed there — He never left the spot.</a:t>
            </a:r>
          </a:p>
          <a:p/>
          <a:p>
            <a:r>
              <a:t>QUOTE — هَكَذَا عَنْ وُجُوْهِنَا نُقَارِعُ القَوْمَ، بِئْسَ مَا عَوَّدْتُم أَقْرَانَكُم، مَا هَكَذَا كُنَّا نُقَاتِلُ مَعَ رَسُوْلِ اللهِ ﷺ.</a:t>
            </a:r>
          </a:p>
          <a:p>
            <a:r>
              <a:t>"Get out of our faces so we can strike the enemy. Wretched is what you have accustomed your opponents to! This is not how we used to fight alongside the Messenger of Allah ﷺ."</a:t>
            </a:r>
          </a:p>
          <a:p>
            <a:r>
              <a:t>— سیر أعلام النبلاء ج۱ ص۳۱۱ — **صحيح البخاري ٢٨٤٥**</a:t>
            </a:r>
          </a:p>
          <a:p/>
          <a:p>
            <a:r>
              <a:t>عبرت — He did not tell them what to do; he told them what they had already been.</a:t>
            </a:r>
          </a:p>
          <a:p/>
          <a:p>
            <a:r>
              <a:t>HANDS UP — no **Also on the page:** الکامل ج۲ ص۲۱۷ has him adding that he dissociated himself before Allah from what **both** armies were doing that day. And البدایہ ج۷ ص۳۳–۳۴ has him holding the position: «وحفر ثابتُ بن قيس لقدميه في الأرض إلى أنصافِ ساقَيْه، وهو حاملُ لواءِ الأنصارِ بعدما تحنَّطَ وَتكفَّنَ» (https://shamela.ws/book/30097/3179).</a:t>
            </a:r>
          </a:p>
          <a:p/>
          <a:p>
            <a:r>
              <a:t>MAP — No movement. Hold the map still on عَقْرَباء for this card.</a:t>
            </a:r>
          </a:p>
          <a:p/>
          <a:p>
            <a:r>
              <a:t>BACKGROUND (read at home, not aloud) —</a:t>
            </a:r>
          </a:p>
          <a:p>
            <a:r>
              <a:t>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told them to get out of his way, and said the thing everyone in that generation would have understood: this is not how we used to fight alongside the Messenger of Allah ﷺ. Then he took the Anṣār's banner, dug his feet into the ground to the middle of his shins, and did not move from there until he was killed.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One sentence of the ⁨سیر⁩ notice, not the whole of it</a:t>
            </a:r>
          </a:p>
          <a:p/>
          <a:p>
            <a:r>
              <a:t>WHEN, as the card gives it: ۱۱ھ→۱۲ھ, at عَقْرَباء `[SOURCED]`</a:t>
            </a:r>
          </a:p>
          <a:p/>
          <a:p>
            <a:r>
              <a:t>SAY —</a:t>
            </a:r>
          </a:p>
          <a:p>
            <a:r>
              <a:t>1. The question put to him — Do you fear we shall be broken from your side?</a:t>
            </a:r>
          </a:p>
          <a:p>
            <a:r>
              <a:t>2. His answer — A wretched bearer of the Qurʾān I should be, then.</a:t>
            </a:r>
          </a:p>
          <a:p>
            <a:r>
              <a:t>   ^ read the Arabic on the face here</a:t>
            </a:r>
          </a:p>
          <a:p>
            <a:r>
              <a:t>3. Who he was — The freedman of Abū Ḥudhayfa ؓ, and the best reciter among the Muhājirūn.</a:t>
            </a:r>
          </a:p>
          <a:p>
            <a:r>
              <a:t>4. He led them in prayer at Qubāʾ — Before the Prophet ﷺ arrived, because he carried the most Qurʾān.</a:t>
            </a:r>
          </a:p>
          <a:p>
            <a:r>
              <a:t>5. The Prophet ﷺ went out at night to listen to him — One line, and the room knows what was lost.</a:t>
            </a:r>
          </a:p>
          <a:p>
            <a:r>
              <a:t>6. He was killed there — Holding the banner he had been asked about.</a:t>
            </a:r>
          </a:p>
          <a:p/>
          <a:p>
            <a:r>
              <a:t>QUOTE — وقال المهاجرون لسالم مولى أبي حذيفة: أتخشى أن نؤتى من قبلك؟ فقال: بئس حامل القرآن أنا إذًا.</a:t>
            </a:r>
          </a:p>
          <a:p>
            <a:r>
              <a:t>"The Muhājirūn said to Sālim, the freedman of Abū Ḥudhayfa: Do you fear we shall be broken from your side? He said: A wretched bearer of the Qurʾān I should be, then."</a:t>
            </a:r>
          </a:p>
          <a:p>
            <a:r>
              <a:t>— البدایہ والنہایہ ج۷ ص۳۴</a:t>
            </a:r>
          </a:p>
          <a:p/>
          <a:p>
            <a:r>
              <a:t>عبرت — He answered a question about the battle line with a statement about the Qurʾān, and the two were the same answer.</a:t>
            </a:r>
          </a:p>
          <a:p/>
          <a:p>
            <a:r>
              <a:t>HANDS UP — no **Also in the books:** سیر ج۱ ص۱۶۸ — the Prophet ﷺ went out at night to the voice and found it was Sālim ؓ, and said «الحَمْدُ لِلِّهِ الَّذِي جَعَلَ فِي أُمَّتِي مِثْلَكَ»; al-Dhahabī grades the chain «إسناده جيد». Use one sentence of this, not the whole notice.</a:t>
            </a:r>
          </a:p>
          <a:p/>
          <a:p>
            <a:r>
              <a:t>MAP — No movement. The Muhājirūn's banner, held.</a:t>
            </a:r>
          </a:p>
          <a:p/>
          <a:p>
            <a:r>
              <a:t>BACKGROUND (read at home, not aloud) —</a:t>
            </a:r>
          </a:p>
          <a:p>
            <a:r>
              <a:t>The Muhājirūn asked the man holding their banner whether he was afraid the line would be broken from his side. Sālim, the freedman of Abū Ḥudhayfa ؓ, answered in six words: a wretched bearer of the Qurʾān I should be, then. This is the man the Prophet ﷺ went out at night to listen to, and the man who had led the Muhājirūn in prayer at Qubāʾ before the Prophet ﷺ arrived, because he carried more of the Qurʾān than any of them. He was killed on that field.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ʿUmar's ؓ elder brother. His grief is , held for evening 5</a:t>
            </a:r>
          </a:p>
          <a:p/>
          <a:p>
            <a:r>
              <a:t>WHEN, as the card gives it: ۱۱ھ→۱۲ھ, at عَقْرَباء `[SOURCED]`</a:t>
            </a:r>
          </a:p>
          <a:p/>
          <a:p>
            <a:r>
              <a:t>SAY —</a:t>
            </a:r>
          </a:p>
          <a:p>
            <a:r>
              <a:t>1. Who he was — ʿUmar's ؓ elder brother, Muslim before ʿUmar ؓ was, holding one wing.</a:t>
            </a:r>
          </a:p>
          <a:p>
            <a:r>
              <a:t>2. "Bite down on your back teeth" — Strike into your enemy, and go forward.</a:t>
            </a:r>
          </a:p>
          <a:p>
            <a:r>
              <a:t>3. And then the vow — I will not speak until Allah routs them.</a:t>
            </a:r>
          </a:p>
          <a:p>
            <a:r>
              <a:t>4. "Or I meet Allah and speak to Him with my case" — He said nothing more that day.</a:t>
            </a:r>
          </a:p>
          <a:p>
            <a:r>
              <a:t>   ^ read the Arabic on the face here</a:t>
            </a:r>
          </a:p>
          <a:p>
            <a:r>
              <a:t>5. He was killed there — A martyr, on that wing.</a:t>
            </a:r>
          </a:p>
          <a:p/>
          <a:p>
            <a:r>
              <a:t>QUOTE — أيها الناس عَضُّوا على أضراسكم، واضربوا في عدوِّكم وامضوا قدمًا … والله لا أتكلَّمُ حتى يهزمهم اللهُ أو ألقىَ اللهَ فأكلِّمه بحجَّتي</a:t>
            </a:r>
          </a:p>
          <a:p>
            <a:r>
              <a:t>"People — bite down on your back teeth, strike into your enemy and go forward … By Allah, I will not speak until Allah routs them, or I meet Allah and speak to Him with my case."</a:t>
            </a:r>
          </a:p>
          <a:p>
            <a:r>
              <a:t>— البدایہ والنہایہ ج۷ ص۳۴</a:t>
            </a:r>
          </a:p>
          <a:p/>
          <a:p>
            <a:r>
              <a:t>عبرت — He put his own silence on the outcome, and did not live to break it.</a:t>
            </a:r>
          </a:p>
          <a:p/>
          <a:p>
            <a:r>
              <a:t>HANDS UP — no **Also on the page:** الکامل ج۲ ص۲۱۷ adds «لَا نَحُورُ بَعْدَ الرِّجَالِ» and «غُضُّوا أَبْصَارَكُمْ» (https://shamela.ws/book/21712/908). ʿUmar's ؓ grief for him is carried by the people strand (`zayd-ibn-al-khattab-and-the-dead-of-yamama.md`), and by `RCT/E-RC23`.</a:t>
            </a:r>
          </a:p>
          <a:p/>
          <a:p>
            <a:r>
              <a:t>MAP — No movement. One wing of the blue block.</a:t>
            </a:r>
          </a:p>
          <a:p/>
          <a:p>
            <a:r>
              <a:t>BACKGROUND (read at home, not aloud) —</a:t>
            </a:r>
          </a:p>
          <a:p>
            <a:r>
              <a:t>ʿUmar's ؓ elder brother — Muslim before ʿUmar ؓ was — held one of the wings. He called out to the men to bite down on their back teeth, strike into the enemy and go forward. Then he said that he would not speak another word until Allah routed them, or until he met Allah and put his case to Him. And he was killed there.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Three men, three answers, all three about the Qurʾān</a:t>
            </a:r>
          </a:p>
          <a:p/>
          <a:p>
            <a:r>
              <a:t>WHEN, as the card gives it: ۱۱ھ→۱۲ھ, at عَقْرَباء `[SOURCED]`</a:t>
            </a:r>
          </a:p>
          <a:p/>
          <a:p>
            <a:r>
              <a:t>SAY —</a:t>
            </a:r>
          </a:p>
          <a:p>
            <a:r>
              <a:t>1. The other wing — Abū Ḥudhayfa ؓ, whose own father fell at Badr on the other side.</a:t>
            </a:r>
          </a:p>
          <a:p>
            <a:r>
              <a:t>2. One line to the men around him — People of the Qurʾān: adorn the Qurʾān with deeds.</a:t>
            </a:r>
          </a:p>
          <a:p>
            <a:r>
              <a:t>   ^ read the Arabic on the face here</a:t>
            </a:r>
          </a:p>
          <a:p>
            <a:r>
              <a:t>3. Then he charged — Until he had driven them back.</a:t>
            </a:r>
          </a:p>
          <a:p>
            <a:r>
              <a:t>4. And was killed — On the same field, on the same day as Sālim ؓ.</a:t>
            </a:r>
          </a:p>
          <a:p>
            <a:r>
              <a:t>5. Master and freedman — The two of them are buried out of the same battle.</a:t>
            </a:r>
          </a:p>
          <a:p/>
          <a:p>
            <a:r>
              <a:t>QUOTE — يا أهلَ القرآنِ زيِّنوا القرآنَ بالفِعال</a:t>
            </a:r>
          </a:p>
          <a:p>
            <a:r>
              <a:t>"People of the Qurʾān — adorn the Qurʾān with deeds."</a:t>
            </a:r>
          </a:p>
          <a:p>
            <a:r>
              <a:t>— البدایہ والنہایہ ج۷ ص۳۴</a:t>
            </a:r>
          </a:p>
          <a:p/>
          <a:p>
            <a:r>
              <a:t>عبرت — Three men that morning answered the same question three ways, and all three answers were about the Qurʾān.</a:t>
            </a:r>
          </a:p>
          <a:p/>
          <a:p>
            <a:r>
              <a:t>MAP — No movement. The other wing.</a:t>
            </a:r>
          </a:p>
          <a:p/>
          <a:p>
            <a:r>
              <a:t>BACKGROUND (read at home, not aloud) —</a:t>
            </a:r>
          </a:p>
          <a:p>
            <a:r>
              <a:t>On the other wing, Abū Ḥudhayfa ؓ — whose own father had been killed at Badr fighting against the Muslims — called out one line to the men around him: people of the Qurʾān, adorn the Qurʾān with deeds. Then he charged into them until he had driven them back, and he was killed. He and Sālim ؓ, his freedman, died on the same field on the same day.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watchword that day: «⁨يا محمداه⁩»</a:t>
            </a:r>
          </a:p>
          <a:p/>
          <a:p>
            <a:r>
              <a:t>WHEN, as the card gives it: ۱۱ھ→۱۲ھ, at عَقْرَباء `[SOURCED]`</a:t>
            </a:r>
          </a:p>
          <a:p/>
          <a:p>
            <a:r>
              <a:t>SAY —</a:t>
            </a:r>
          </a:p>
          <a:p>
            <a:r>
              <a:t>1. He rides the length of the line — Past them, opposite Musaylima, watching for a chance at him.</a:t>
            </a:r>
          </a:p>
          <a:p>
            <a:r>
              <a:t>2. Then he stands in the gap — Between the two armies, and calls for single combat.</a:t>
            </a:r>
          </a:p>
          <a:p>
            <a:r>
              <a:t>3. He names himself — I am the son of al-Walīd the seasoned; I am the son of ʿĀmir and Zayd.</a:t>
            </a:r>
          </a:p>
          <a:p>
            <a:r>
              <a:t>4. And calls the watchword — Their watchword that day was: Yā Muḥammadāh.</a:t>
            </a:r>
          </a:p>
          <a:p>
            <a:r>
              <a:t>   ^ read the Arabic on the face here</a:t>
            </a:r>
          </a:p>
          <a:p>
            <a:r>
              <a:t>5. No one came out to him and lived — The books say it plainly.</a:t>
            </a:r>
          </a:p>
          <a:p>
            <a:r>
              <a:t>6. And he had offered terms first — He came near Musaylima and offered him a return to the truth. Refused.</a:t>
            </a:r>
          </a:p>
          <a:p/>
          <a:p>
            <a:r>
              <a:t>QUOTE — أنا ابن الوليد العَوْد، أنا ابن عامر وزيد، ثم نادى بشعار المسلمين - وكان شعارهم يومئذ: يا محمداه - وجعل لا يبرز لهم أحدٌ إلا قتله</a:t>
            </a:r>
          </a:p>
          <a:p>
            <a:r>
              <a:t>"I am the son of al-Walīd the seasoned; I am the son of ʿĀmir and Zayd — then he called out the Muslims' watchword, and their watchword that day was: Yā Muḥammadāh! — and no one came out against him but he killed him."</a:t>
            </a:r>
          </a:p>
          <a:p>
            <a:r>
              <a:t>— البدایہ والنہایہ ج۷ ص۳۴</a:t>
            </a:r>
          </a:p>
          <a:p/>
          <a:p>
            <a:r>
              <a:t>عبرت — He offered terms in the middle of the worst day of the war, and it is recorded that they were refused.</a:t>
            </a:r>
          </a:p>
          <a:p/>
          <a:p>
            <a:r>
              <a:t>HANDS UP — no **Also on the page:** «ثم اقترب من مسيلمة، فعرض عليه النَّصَفَ والرجوع إلى الحق» — *"then he drew near Musaylima and offered him fair terms and a return to the truth"* (البدایہ ج۷ ص۳۴ · https://shamela.ws/book/30097/3180).</a:t>
            </a:r>
          </a:p>
          <a:p/>
          <a:p>
            <a:r>
              <a:t>MAP — A single marker in the gap between the two blocks.</a:t>
            </a:r>
          </a:p>
          <a:p/>
          <a:p>
            <a:r>
              <a:t>BACKGROUND (read at home, not aloud) —</a:t>
            </a:r>
          </a:p>
          <a:p>
            <a:r>
              <a:t>Khālid ؓ charged through until he was past them, rode along opposite Musaylima watching for a chance to reach him, then came back and stood in the gap between the two lines and called for single combat, naming his own father and his own people. Then he called out the Muslims' watchword for that day — *Yā Muḥammadāh* — and no one came out to him whom he did not kill. And before the fighting closed, he came near Musaylima and offered him terms and a return to the truth. It was refused.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tools/mapstudio/scenes/s04-09-aqraba.json in tools/mapstudio/index.html, export step(s) 3–4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"The line is breaking and you do not know where. What do you change?"</a:t>
            </a:r>
          </a:p>
          <a:p/>
          <a:p>
            <a:r>
              <a:t>WHEN, as the card gives it: ۱۱ھ→۱۲ھ, at عَقْرَباء `[SOURCED]`</a:t>
            </a:r>
          </a:p>
          <a:p/>
          <a:p>
            <a:r>
              <a:t>SAY —</a:t>
            </a:r>
          </a:p>
          <a:p>
            <a:r>
              <a:t>1. He looks at the state of his men — And gives an order that has nothing to do with weapons.</a:t>
            </a:r>
          </a:p>
          <a:p>
            <a:r>
              <a:t>2. "Separate out" — Every clan under its own banner, fighting under it.</a:t>
            </a:r>
          </a:p>
          <a:p>
            <a:r>
              <a:t>3. Why — So we may know what each clan is worth, and where we are being broken.</a:t>
            </a:r>
          </a:p>
          <a:p>
            <a:r>
              <a:t>4. They separated — Muhājirūn, Anṣār, and every tribe under its own.</a:t>
            </a:r>
          </a:p>
          <a:p>
            <a:r>
              <a:t>5. And then they said it to each other — Today, running is shameful.</a:t>
            </a:r>
          </a:p>
          <a:p>
            <a:r>
              <a:t>   ^ read the Arabic on the face here</a:t>
            </a:r>
          </a:p>
          <a:p>
            <a:r>
              <a:t>6. The honest coda — It never settled who fought hardest; only who died.</a:t>
            </a:r>
          </a:p>
          <a:p/>
          <a:p>
            <a:r>
              <a:t>QUOTE — امْتَازُوا أَيُّهَا النَّاسُ لِنَعْلَمَ بَلَاءَ كُلِّ حَيٍّ، وَلِنَعْلَمَ مِنْ أَيْنَ نُؤْتَى … فَلَمَّا امْتَازُوا قَالَ بَعْضُهُمْ لِبَعْضٍ: الْيَوْمَ يُسْتَحَى مِنَ الْفِرَارِ.</a:t>
            </a:r>
          </a:p>
          <a:p>
            <a:r>
              <a:t>"Separate out, people, so we may know what each clan is worth, and know from where we are being broken … and when they had separated, they said to one another: Today, running is shameful."</a:t>
            </a:r>
          </a:p>
          <a:p>
            <a:r>
              <a:t>— الکامل فی التاریخ ج۲ ص۲۱۷</a:t>
            </a:r>
          </a:p>
          <a:p/>
          <a:p>
            <a:r>
              <a:t>عبرت — He did not make them braver; he made it impossible for anyone's failure to be anonymous.</a:t>
            </a:r>
          </a:p>
          <a:p/>
          <a:p>
            <a:r>
              <a:t>HANDS UP — Before telling it: *"The line is breaking and you do not know where. What do you change?"* **Also on the page:** ⚠ Ibn al-Athīr adds, on the same page, that it did not settle who fought hardest — only that the dead were more numerous among the Muhājirūn, the Anṣār and the townsmen than among the bedouin: «وَلَمْ يُدْرَ أَيُّ الْفَرِيقَيْنِ كَانَ أَعْظَمَ نِكَايَةً». And البدایہ ج۷ ص۳۴ gives the same order in narrative — «وقد ميز خالد المهاجرين من الأنصار من الأعراب، وكل بني أبٍ على رايتهم، يقاتلون تحتها، حتى يعرفَ الناسُ من أين يُؤْتون» (https://shamela.ws/book/30097/3180).</a:t>
            </a:r>
          </a:p>
          <a:p/>
          <a:p>
            <a:r>
              <a:t>MAP — The blue block at عَقْرَباء splits into separate labelled sections — Muhājirūn, Anṣār, and the tribes each under their own banner.</a:t>
            </a:r>
          </a:p>
          <a:p/>
          <a:p>
            <a:r>
              <a:t>BACKGROUND (read at home, not aloud) —</a:t>
            </a:r>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C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tools/mapstudio/scenes/s04-close-stop-c.json in tools/mapstudio/index.html, export step(s) all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from RCT/E-RC47, RCT/E-RC50, ATA/E-TB15, RCT/E-RC54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A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tools/mapstudio/scenes/s04-close-stop-a.json in tools/mapstudio/index.html, export step(s) all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from TSY/E-YK07, TSY/E-YK09, TSY/E-YK14, POT/E-PG41</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B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tools/mapstudio/scenes/s04-close-stop-b.json in tools/mapstudio/index.html, export step(s) all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from TSY/E-YK14, RCT/E-RC47, RCT/E-RC50, RCT/E-RC52</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D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tools/mapstudio/scenes/s04-close-stop-d.json in tools/mapstudio/index.html, export step(s) all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from RCT/E-RC50, RCT/E-RC54, RCT/E-RC58, RCT/E-RC19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4</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Kinda, al-Butah, al-Yamama</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10–12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sp>
        <p:nvSpPr>
          <p:cNvPr id="5" name="PLACEHOLDER::box"/>
          <p:cNvSpPr/>
          <p:nvPr/>
        </p:nvSpPr>
        <p:spPr>
          <a:xfrm>
            <a:off x="566928" y="1389888"/>
            <a:ext cx="11057839" cy="146304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143560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193852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The series timeline strip.</a:t>
            </a:r>
          </a:p>
        </p:txBody>
      </p:sp>
      <p:sp>
        <p:nvSpPr>
          <p:cNvPr id="8" name="PLACEHOLDER::path"/>
          <p:cNvSpPr txBox="1"/>
          <p:nvPr/>
        </p:nvSpPr>
        <p:spPr>
          <a:xfrm>
            <a:off x="566928" y="245059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series/visuals//home/user/2026SeptemberIslamicHistoryClass/S04_kinda_butah_yamama/visuals/line_s04_open.png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tools/mapstudio/scenes/s04-00-where-we-stopped.json, export step(s) all, place here.</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Sanaa</a:t>
            </a:r>
          </a:p>
        </p:txBody>
      </p:sp>
      <p:sp>
        <p:nvSpPr>
          <p:cNvPr id="11" name="TextBox 10"/>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a:t>
            </a:r>
          </a:p>
        </p:txBody>
      </p:sp>
      <p:sp>
        <p:nvSpPr>
          <p:cNvPr id="12" name="Rectangle 11"/>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Hadramawt</a:t>
            </a:r>
          </a:p>
        </p:txBody>
      </p:sp>
      <p:sp>
        <p:nvSpPr>
          <p:cNvPr id="14" name="TextBox 13"/>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grey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and Kinda: the quarrel, to "the four kings" (11–12 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Hadramawt and Kinda</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tools/mapstudio/scenes/s04-01-hadramawt-and-kinda.json, export step(s) 1,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Hadramawt</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Ziyad b. Labid ؓ</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zakat camels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Hadramawt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promise about the camels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قَالَتْ بَنُو وَلَيْعَةَ: أَبْلِغُونَا كَمَا وَعَدْتُمْ رَسُولَ اللَّهِ - صَلَّى اللَّهُ عَلَيْهِ وَسَلَّمَ -! فَقَالُوا: إِنْ لَكُمْ ظَهْرًا فَاحْتَمِلُوا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"Banū Walīʿa said: Deliver it to us, as you promised the Messenger of Allah ﷺ! They said: You do have mounts — carry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Hadramawt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she-camel called Shadhra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humbled man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فَنَادَى الْعَدَّاءُ: يَا آلَ عَمْرٍو، أُضَامُ وَأُضْطَهَدُ! إِنَّ الذَّلِيلَ مَنْ أُكِلَ فِي دَارِهِ!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"Al-ʿAddāʾ called out: O family of ʿAmr — am I to be wronged and trampled? The humbled man is the one who is devoured…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Free men do not change sides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an ugly thing in free men to change sides. Men of honour will stay with a doubtful position, and think it beneath…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Round their fires</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tools/mapstudio/scenes/s04-01-hadramawt-and-kinda.json, export step(s) 2–4,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four kings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by al-Kamil's arrangement;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Round their fires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فَوَجَدُوهُمْ جُلُوسًا حَوْلَ نِيرَانِهِمْ، فَأَكَبُّوا عَلَى بَنِي عَمْرِو بْنِ مُعَاوِيَةَ، وَفِيهِمُ الْعَدَدُ وَالشَّوْكَةُ - مِنْ خَمْسَةِ أَوْجُهٍ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found them sitting round their fires, and fell on Banū ʿAmr b. Muʿāwiya — who had the numbers and the strength — from…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Flashback: Kinda had been kings (OPTIONAL — cut this whole part first)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 before Islam</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tools/mapstudio/scenes/s04-02-kinda-before-islam.json, export step(s) 1–2,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Yemen</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house of Akil al-Murar</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tribes they were set over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Islam — an estimate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Yemeni house made kings over the northern tribes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فَرَأَوْا أَنْ يُمَلِّكُوا عَلَيْهِمْ مَلِكًا يَأْخُذُ لِلضَّعِيفِ مِنَ الْقَوِيِّ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decided to set a king over themselves who would take the weak man's due from the strong."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1, p. 462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Islam — an estimate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al-Hira given, al-Hira taken back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وَيُشْبِهُ أَنْ يَكُونَ بَعْضُ الْكِنْدِيِّينَ قَدْ ذَكَرَ هَذَا تَعَصُّبًا، وَاللَّهُ أَعْلَمُ.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looks as though some of the Kindīs mentioned this out of partisanship — and Allah knows best."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1, p. 461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Islam — an estimate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"Far from us in lineage"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مَعْشَرَ كِنَانَةَ وَقَيْسٍ أَنْتُمْ إِخْوَانُنَا وَبَنُو عَمِّنَا، وَالرَّجُلُ بَعِيدُ النَّسَبِ مِنَّا وَمِنْكُمْ، وَقَدْ رَأَيْتُمْ سِيرَتَهُ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"Men of Kināna and Qays — you are our brothers and cousins. This man is far from us and from you in lineage,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1, p. 464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are the sons of Ākil al-Murār"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نحن بنو النَّضْر بن كنانة، لا نَقْفُو أمَّنا، ولا ننتفي من أبينا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We are the sons of al-Naḍr b. Kināna. We do not trace ourselves through our mother, and we do not disown our father."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ridda of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وَهُمُ الْمُلُوكُ الْأَرْبَعَةُ رُؤَسَاءُ عَمْرٍو</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"These are the four kings, the chiefs of ʿAmr."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12–40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al-Ashath after the pardon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فَقَدَّمَ الأَشْعَثُ جَرِيْراً، وَقَالَ: إِنَّ هَذَا لَمْ يَرْتَدَّ، وَإِنِّي ارْتَدَدْتُ</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"al-Ashʿath put Jarīr forward, and said: This man did not apostatise — and I did."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al-Nujayr, and al-Ashʿath (11–12 AH)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march on Kinda</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tools/mapstudio/scenes/s04-03-the-march-on-al-nujayr.json, export step(s) 1–2,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al-Muhajir ؓ</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ahead, from Sanaa</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Ikrima ؓ</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main body, behind him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by al-Kamil's arrangement;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fort they had already repaired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by al-Kamil's arrangement;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knife at the writing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وَنَسِيَ الْأَشْعَثُ أَنْ يَكْتُبَ نَفْسَهُ لِأَنَّ جَحْدَمًا وَثَبَ عَلَيْهِ بِسِكِّينٍ، فَقَالَ: تَكْتُبُنِي أَوْ أَقْتُلُكَ؟ فَكَتَبَهُ وَنَسِيَ نَفْسَهُ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"Al-Ashʿath forgot to write himself in, because Jaḥdam leapt at him with a knife and said: Will you write me in, or shall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al-Nujayr: the name he forgot to write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فَأَجَارَ مَنْ فِي الْكِتَابِ، فَإِذَا الْأَشْعَثُ لَيْسَ مِنْهُمْ، فَقَالَ الْمُهَاجِرُ: الْحَمْدُ لِلَّهِ الَّذِي خَطَّأَ فَاكَ يَا أَشْعَثُ.</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"Every man in the document was spared — and al-Ashʿath was not among them. Al-Muhājir said: Praise be to Allah, who made your mouth…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by al-Kamil's arrangement;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other telling</a:t>
            </a:r>
          </a:p>
        </p:txBody>
      </p:sp>
      <p:sp>
        <p:nvSpPr>
          <p:cNvPr id="6" name="TextBox 5"/>
          <p:cNvSpPr txBox="1"/>
          <p:nvPr/>
        </p:nvSpPr>
        <p:spPr>
          <a:xfrm>
            <a:off x="566928" y="3625596"/>
            <a:ext cx="11057839" cy="713232"/>
          </a:xfrm>
          <a:prstGeom prst="rect">
            <a:avLst/>
          </a:prstGeom>
          <a:noFill/>
        </p:spPr>
        <p:txBody>
          <a:bodyPr wrap="square" anchor="t" lIns="36576" rIns="36576" tIns="0" bIns="0">
            <a:spAutoFit/>
          </a:bodyPr>
          <a:lstStyle/>
          <a:p>
            <a:pPr algn="l">
              <a:lnSpc>
                <a:spcPct val="130000"/>
              </a:lnSpc>
            </a:pPr>
            <a:r>
              <a:rPr sz="3400" b="0" i="0">
                <a:solidFill>
                  <a:srgbClr val="1C2321"/>
                </a:solidFill>
                <a:latin typeface="Georgia"/>
                <a:cs typeface="Georgia"/>
              </a:rPr>
              <a:t>Ibn al-Athīr does not leave it at one account.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 Medina</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tools/mapstudio/scenes/s04-04-al-ashath-to-medina.json, export step(s) 1,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al-Ashath</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bound, to Abu Bakr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do you think I will do with you?"</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إِنَّمَا وَجَبَ الصُّلْحُ بَعْدَ خَتْمِ الصَّحِيفَةِ عَلَى مَنْ فِيهَا، وَإِنَّمَا كُنْتَ قَبْلَ ذَلِكَ مُرَاوِضًا.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peace became binding, once the document was sealed, only on those named in it; before that you were only negotiating."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wedding feast in the camel market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وَاللهِ مَا كَفَرْتُ؛ وَلَكِنَّ هَذَا الرَّجُلَ زَوَّجَنِي أُخْتَهُ؛ وَلَو كُنَّا فِي بِلاَدِنَا لَكَانَتْ لَنَا وَلِيْمَةٌ غَيْرُ هَذِهِ، يَا أَهْلَ المَدِيْنَةِ، انْحَرُوا، وَكُلُوا! وَيَا أَهْلَ الإِبِلِ تَعَالَوْا خُذُوا شَرْوَاهَا!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not disbelieved. This man has married his sister to me, and had we been in our own country we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al-Qadisiyya to Nahawand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suspected three men"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ولقد اتهمنا ثلاثةَ نفرٍ، فما رأينا كما هجمنا عليهم من أمانتهم وزهدهم: طُلَيْحة بن خوَيْلد الأسدي، وعَمْرو بن معدي كرب، وقيس بن المكشوح.</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did suspect three men — and when we came upon them we found nothing to match their trustworthiness and their abstinence: Ṭulayḥa b.…</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This man did not apostatise, and I did</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al-Buṭāḥ, and the reckoning at Medina (11 AH)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Buzakha to al-Butah</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tools/mapstudio/scenes/s04-05-buzakha-to-al-butah.json, export step(s) 1–2,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Buzakha</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evening 2 stopped</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al-Butah</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third stop in the orders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Ansar who would not march</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قَدْ عَهِدَ إِلَيَّ أَنْ أَمْضِيَ، وَأَنَا الْأَمِيرُ … فَأَنَا قَاصِدٌ إِلَى مَالِكٍ وَمَنْ مَعِي، وَلَسْتُ أُكْرِهُهُمْ.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instructed me to go on, and I am the commander … So I am making for Mālik, with whoever is with me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Malik b. Nuwayra, standing apart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إلَّا ما كانَ من مالك بن نويرة فإنّه متحيرٌ في أمره، مُتَنحٍّ عن الناس</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except for what was from Mālik b. Nuwayra, for he was perplexed about his own affair, keeping apart from the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"Disperse, and enter into this matter"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بَنِي يَرْبُوعٍ، إِنَّا دُعِينَا إِلَى هَذَا الْأَمْرِ فَأَبْطَأْنَا عَنْهُ فَلَمْ نُفْلِحْ، وَقَدْ نَظَرْتُ فِيهِ فَرَأَيْتُ الْأَمْرَ يَتَأَتَّى لَهُمْ بِغَيْرِ سِيَاسَةٍ … فَإِيَّاكُمْ وَمُنَاوَأَةَ قَوْمٍ صُنِعَ لَهُمْ، فَتَفَرَّقُوا وَادْخُلُوا فِي هَذَا الْأَمْرِ.</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"Banū Yarbūʿ — we were called to this matter and we were slow to it and did not prosper. I have looked into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–213, vol. 2, p. 212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patrol could not agree on what it had…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واختلفت السريةُ فيهم، فشهد أبو قتادة - الحارث بن ربعي الأنصاري - أنهم أقاموا الصلاةَ، وقال آخرون: إنهم لم يُؤَذّنوا ولا صَلّوا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patrol disagreed about them: Abū Qatāda al-Anṣārī — al-Ḥārith b. Ribʿī — testified that they had established the prayer, and others said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night, four accounts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وَهِيَ فِي لُغَةِ كِنَانَةَ الْقَتْلُ، فَظَنَّ الْقَوْمُ أَنَّهُ أَرَادَ الْقَتْلَ، وَلَمْ يُرِدْ إِلَّا الدِّفْءَ</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and in the dialect of Kināna that word means killing. So the people supposed he meant killing, and he had meant nothing but…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Medina</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tools/mapstudio/scenes/s04-06-back-to-medina.json, export step(s) 1,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al-Butah → Medina</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Khalid ؓ is sent for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in the mosque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أرياءً قتلتَ امرأً مسلمًا ثم نزوتَ على امرأته، والله لأرجمنَّك بالجنادلِ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"Was it for show? You killed a Muslim man, then you leapt upon his wife. By Allah, I will stone you with stones!"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interpreted, and he was mistaken"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هِيهِ يَا عُمَرُ! تَأَوَّلَ فَأَخْطَأَ، فَارْفَعْ لِسَانَكَ عَنْ خَالِدٍ، فَإِنِّي لَا أَشِيمُ سَيْفًا سَلَّهُ اللَّهُ عَلَى الْكَافِرِينَ.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"Enough, ʿUmar! He interpreted and was mistaken. Lift your tongue off Khālid — for I do not sheathe a sword Allah has drawn against…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historian's own comment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historian's own verdict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واستمرَّ أبو بكر بخالدٍ على الإمرة، وإن كان قد اجتهد في قتلِ مالك بن نويرة وأخطأَ في قتله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continued with Khālid in command, even though he had exercised his judgement in the killing of Mālik b. Nuwayra and was mistaken…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and Mutammim</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عُمَرُ: لَوْ كُنْتُ أَقُولُ الشِّعْرَ لَرَثَيْتُ أَخِي زَيْدًا. فَقَالَ مُتَمِّمٌ: وَلَا سَوَاءَ يَا أَمِيرَ الْمُؤْمِنِينَ، لَوْ كَانَ أَخِي صُرِعَ مَصْرَعَ أَخِيكَ لَمَا بَكَيْتُهُ. فَقَالَ عُمَرُ: مَا عَزَّانِي أَحَدٌ بِأَحْسَنَ مِمَّا عَزَّيْتَنِي بِهِ.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Were I a man who made verse, I would have elegised my brother Zayd. Mutammim said: They are not alike, Commander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road to al-Yamāma (10–12 AH)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end of the year 10</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من مُسَيْلَمة رسولِ اللهِ إلى محمدٍ رسولِ الله، سلامٌ عَلَيْكَ، أما بعدُ، فإني قد أُشْرِكْتُ في الأمْرِ معكَ، فإنّ لنا نِصْفَ الأمْرِ، ولقُرَيشٍ نصف الأمْرِ، ولكن قُريشًا قومٌ يَعْتدون.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Musaylima the Messenger of Allah, to Muḥammad the Messenger of Allah. Peace be upon you. To proceed: I have been given a share…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 and the piece of palm-branch</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لو سألتني هذه القطعة ما أعطيتكها، ولن تعدوَ أمرَ اللهِ فيك، ولئن أدبرتَ ليعقرنَّك اللهُ</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4373, via, vol. 5, p. 21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liar of Rabia"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bear witness that you are a liar and that Muḥammad is truthful — but a liar of Rabīʿa is dearer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Sajah comes down from the north</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tools/mapstudio/scenes/s04-07-sajah.json, export step(s) 1–3,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al-Jazira</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came from</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al-Yamama</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turned 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إذ أقبلت سجاح بنتُ الحارث بن سويد بن عقفان التغلبية من الجزيرة، وهي من نصارى العرب، وقد ادَّعتِ النبوَّة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Sajāḥ bint al-Ḥārith b. Suwayd b. ʿAqfān al-Taghlibiyya came forward from al-Jazīra — and she was of the Christians of the Arabs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and afterwards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ثم انثنت سَجَاح راجعةً إلى بلادها … فكرَّتْ راجعةً إلى الجزيرة بعدما قبضَتْ من مسيلمة نصفَ خراجِ أرضِهِ، فأقامت في قومها بني تَغْلِب، إلى زمان معاوية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Sajāḥ turned back to her own country … she went back to al-Jazīra after she had taken from Musaylima half the kharāj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commanders sent ahead</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tools/mapstudio/scenes/s04-08-the-road-to-al-yamama.json, export step(s) 1–3,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Ikrima ؓ</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beaten, then sent south</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Shurahbil ؓ</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halted on the road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 and the letter that…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"Let me not see you and do not you see me. Do not come back and weaken the people. Go on to Ḥudhayfa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–215 · straddles the page break, vol. 2, p. 214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then it happened again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وَعَجَّلَ شُرَحْبِيلُ بْنُ حَسَنَةَ، وَبَادَرَ خَالِدًا بِقِتَالِ مُسَيْلِمَةَ، فَنُكِبَ، فَلَامَهُ خَالِدٌ.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"Shuraḥbīl b. Ḥasana hurried, and got ahead of Khālid in fighting Musaylima, and was struck down; and Khālid reproached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Aqraba, and the ground behind it</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tools/mapstudio/scenes/s04-09-aqraba.json, export step(s) 1–2,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Aqraba</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enemy camp</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farmland</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behind their own line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thousand, and the ground he chose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فلما سمع مسيلمةُ بقدوم خالدٍ عسكر بمكانٍ يقال له: (عقربا) في طرف اليمامة والريفُ وراءَ ظهورهم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Musaylima heard of Khālid's coming, he encamped at a place called ʿAqrabāʾ, at the edge of al-Yamāma, with the cultivated country behind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 — Aqraba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 … So Khālid kept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begins (11–12 AH) — overflow; expect this to roll to evening 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ورايةُ المهاجرين مع سالم مولى أبي حذيفة، ورايةُ الأنصار مع ثابت بن قيس بن شمّاس، والعرب على راياتها</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Muhājirūn's banner was with Sālim, the freedman of Abū Ḥudhayfa; the Anṣār's banner with Thābit b. Qays b. Shammās; and the Arabs each…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attribution disputed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"Today is the day of honour"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اليوم يوم الغيرة، اليوم إن هُزمتم تُستنكح النساء سَبيّاتٍ، ويُنكحن غيرَ حظيّاتٍ، فقاتلوا عن أحسابكم، وامنعوا نساءكم.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"Today is the day of honour. Today, if you are routed, the women will be taken as captives and married without being cherished. So…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 and the two protections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the bedouin broke, until Banū Ḥanīfa entered Khālid b. al-Walīd's own tent and were minded to kill Umm Tamīm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made the lie believable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فَكَانَ أَعْظَمَ فِتْنَةً عَلَى بَنِي حَنِيفَةَ مِنْ مُسَيْلِمَةَ، شَهِدَ أَنَّ مُحَمَّدًا - صَلَّى اللَّهُ عَلَيْهِ وَسَلَّمَ - يَقُولُ: إِنَّ مُسَيْلِمَةَ قَدْ أُشْرِكَ مَعَهُ، فَصَدَّقُوهُ وَاسْتَجَابُوا 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was a greater fitna upon Banū Ḥanīfa than Musaylima. He testified that Muḥammad ﷺ said that Musaylima had been made a partner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"People of Sūrat al-Baqara"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وجعلت الصحابة يتواصَون بينهم ويقولون: يا أصحاب سورةِ البقرةِ، بَطلَ السِّحْرُ اليوم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Companions began enjoining one another, saying: People of Sūrat al-Baqara — today the sorcery is undone."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out of our faces so we can strike the enemy. Wretched is what you have accustomed your opponents to! This is not how…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Sahih al-Bukhari 2845, vol. 1, p. 311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Sālim ؓ — "A wretched bearer of the Qurʾān…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وقال المهاجرون لسالم مولى أبي حذيفة: أتخشى أن نؤتى من قبلك؟ فقال: بئس حامل القرآن أنا إذًا.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said to Sālim, the freedman of Abū Ḥudhayfa: Do you fear we shall be broken from your side? He said: A wretched…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 "I will not speak"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الناس عَضُّوا على أضراسكم، واضربوا في عدوِّكم وامضوا قدمًا … والله لا أتكلَّمُ حتى يهزمهم اللهُ أو ألقىَ اللهَ فأكلِّمه بحجَّتي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 bite down on your back teeth, strike into your enemy and go forward … By Allah, I will not speak until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Ḥudhayfa ؓ — "adorn the Qurʾān with deeds"</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أهلَ القرآنِ زيِّنوا القرآنَ بالفِعال</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the Qurʾān — adorn the Qurʾān with deeds."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Khalid between the lines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أنا ابن الوليد العَوْد، أنا ابن عامر وزيد، ثم نادى بشعار المسلمين - وكان شعارهم يومئذ: يا محمداه - وجعل لا يبرز لهم أحدٌ إلا قتله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the son of al-Walīd the seasoned; I am the son of ʿĀmir and Zayd — then he called out the Muslims' watchword,…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re-formed</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tools/mapstudio/scenes/s04-09-aqraba.json, export step(s) 3–4,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Muhajirun · Ansar · the tribes</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under its own banner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«امتازوا» — the order that turned the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امْتَازُوا أَيُّهَا النَّاسُ لِنَعْلَمَ بَلَاءَ كُلِّ حَيٍّ، وَلِنَعْلَمَ مِنْ أَيْنَ نُؤْتَى … فَلَمَّا امْتَازُوا قَالَ بَعْضُهُمْ لِبَعْضٍ: الْيَوْمَ يُسْتَحَى مِنَ الْفِرَارِ.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and know from where we are being broken … and when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sp>
        <p:nvSpPr>
          <p:cNvPr id="5" name="PLACEHOLDER::box"/>
          <p:cNvSpPr/>
          <p:nvPr/>
        </p:nvSpPr>
        <p:spPr>
          <a:xfrm>
            <a:off x="566928" y="1389888"/>
            <a:ext cx="11057839" cy="146304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143560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193852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The series timeline strip.</a:t>
            </a:r>
          </a:p>
        </p:txBody>
      </p:sp>
      <p:sp>
        <p:nvSpPr>
          <p:cNvPr id="8" name="PLACEHOLDER::path"/>
          <p:cNvSpPr txBox="1"/>
          <p:nvPr/>
        </p:nvSpPr>
        <p:spPr>
          <a:xfrm>
            <a:off x="566928" y="245059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series/visuals//home/user/2026SeptemberIslamicHistoryClass/S04_kinda_butah_yamama/visuals/line_s04_stop_c.png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tools/mapstudio/scenes/s04-close-stop-c.json, export step(s) all,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al-Yamama</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the story goes next</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 behind the army</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put his own people's homes behind his line so that no one could run. It worked, and it cost more lives than any other day of the war.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There is a man in irons in Khalid's ؓ own tent. Next week he saves a life, and then a life is saved for him.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sp>
        <p:nvSpPr>
          <p:cNvPr id="5" name="PLACEHOLDER::box"/>
          <p:cNvSpPr/>
          <p:nvPr/>
        </p:nvSpPr>
        <p:spPr>
          <a:xfrm>
            <a:off x="566928" y="1389888"/>
            <a:ext cx="11057839" cy="146304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143560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193852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The series timeline strip.</a:t>
            </a:r>
          </a:p>
        </p:txBody>
      </p:sp>
      <p:sp>
        <p:nvSpPr>
          <p:cNvPr id="8" name="PLACEHOLDER::path"/>
          <p:cNvSpPr txBox="1"/>
          <p:nvPr/>
        </p:nvSpPr>
        <p:spPr>
          <a:xfrm>
            <a:off x="566928" y="245059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series/visuals//home/user/2026SeptemberIslamicHistoryClass/S04_kinda_butah_yamama/visuals/line_s04_stop_a.png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tools/mapstudio/scenes/s04-close-stop-a.json, export step(s) all,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south</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restored</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al-Yamama</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red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Traditional Arabic"/>
              </a:rPr>
              <a:t>A small promise made in the Prophet's ﷺ lifetime was tested the day after he died, and the province went to war over the answer.</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used his tribe's own code of honour — never change sides — as the reason not to follow his tribe.</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won his life only after he stopped arguing that he was owed it.</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A man who will say the worst thing about himself out loud has taken its power away from everybody else.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Two of the four claimants are still to be told. One of them is in al-Yamama with forty thousand men. How did it get that far?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sp>
        <p:nvSpPr>
          <p:cNvPr id="5" name="PLACEHOLDER::box"/>
          <p:cNvSpPr/>
          <p:nvPr/>
        </p:nvSpPr>
        <p:spPr>
          <a:xfrm>
            <a:off x="566928" y="1389888"/>
            <a:ext cx="11057839" cy="146304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143560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193852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The series timeline strip.</a:t>
            </a:r>
          </a:p>
        </p:txBody>
      </p:sp>
      <p:sp>
        <p:nvSpPr>
          <p:cNvPr id="8" name="PLACEHOLDER::path"/>
          <p:cNvSpPr txBox="1"/>
          <p:nvPr/>
        </p:nvSpPr>
        <p:spPr>
          <a:xfrm>
            <a:off x="566928" y="245059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series/visuals//home/user/2026SeptemberIslamicHistoryClass/S04_kinda_butah_yamama/visuals/line_s04_stop_b.png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tools/mapstudio/scenes/s04-close-stop-b.json, export step(s) all,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blue</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al-Yamama</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red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won his life only after he stopped arguing that he was owed it.</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quarrel is not closed by a verdict. It is closed by two bereaved men consoling each other.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Khalid ؓ keeps his command, and the last claimant is waiting in al-Yamama. Who was Musaylima, and why did forty thousand men follow him?</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sp>
        <p:nvSpPr>
          <p:cNvPr id="5" name="PLACEHOLDER::box"/>
          <p:cNvSpPr/>
          <p:nvPr/>
        </p:nvSpPr>
        <p:spPr>
          <a:xfrm>
            <a:off x="566928" y="1389888"/>
            <a:ext cx="11057839" cy="146304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143560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193852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The series timeline strip.</a:t>
            </a:r>
          </a:p>
        </p:txBody>
      </p:sp>
      <p:sp>
        <p:nvSpPr>
          <p:cNvPr id="8" name="PLACEHOLDER::path"/>
          <p:cNvSpPr txBox="1"/>
          <p:nvPr/>
        </p:nvSpPr>
        <p:spPr>
          <a:xfrm>
            <a:off x="566928" y="245059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series/visuals//home/user/2026SeptemberIslamicHistoryClass/S04_kinda_butah_yamama/visuals/line_s04_stop_d.png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tools/mapstudio/scenes/s04-close-stop-d.json, export step(s) all,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Aqraba</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day undecided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put his own people's homes behind his line so that no one could run. It worked, and it cost more lives than any other day of the war.</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did not make them braver; he made it impossible for anyone's failure to be anonymous.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line has been re-formed and the day is not yet decided. Where does an army go when it cannot retreat?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