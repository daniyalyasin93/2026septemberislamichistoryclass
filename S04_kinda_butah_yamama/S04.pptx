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He had been sent as a teacher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he had been sent as a teacher to al-Yamāma, to hold the people to Islam. ⚠ No approved page names who sent him.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not at Badr, and at Uḥud and at Bayʿat al-Riḍwān. (⁨سیر ج۱ ص۳۰۹⁩ gives two reports about his mother; on the second of them — «⁨وقيل⁩» — ʿAbdallāh b. Rawāḥa ؓ is his brother by her. Say it with the «⁨وقيل⁩» attached, or not at all.)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gate is shut, the wall is solid, and there are thousands inside. What do you do?"*</a:t>
            </a:r>
          </a:p>
          <a:p/>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If Part VII is reached, #51 names one of them as Umm ʿUmāra's ؓ own son — do not pre-empt it here, and do not adjudicate there.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The caliph said out loud that his commander had got it wrong, paid for it, and kept him. Those three are one decision, not three.</a:t>
            </a:r>
          </a:p>
          <a:p>
            <a:r>
              <a:t>2. When the line broke, what re-formed it was what the men had memorised.</a:t>
            </a:r>
          </a:p>
          <a:p>
            <a:r>
              <a:t>3. One man asked to be thrown where nobody could follow him, and the whole army came in behind him through the gate he opened.</a:t>
            </a:r>
          </a:p>
          <a:p>
            <a:r>
              <a:t>4. He had been deceived into the agreement and he kept it anyway, because the agreement had already been made.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MAP — **عَقْرَباء** — one marker, three hands.</a:t>
            </a:r>
          </a:p>
          <a:p/>
          <a:p>
            <a:r>
              <a:t>⚠ Three books give three different banner arrangements at al-Yamāma. **Do not draw a diagram** —</a:t>
            </a:r>
          </a:p>
          <a:p>
            <a:r>
              <a:t>say only that the banner changed hands because the man holding it was killed.</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Thābit b. Qays ؓ and Sālim ؓ, after the line had been driven back three times. ⚠ The ⁨بخاری⁩-anchored wording of those words belongs to Thābit ؓ (, §7.4(a)) — attribute it that way</a:t>
            </a:r>
          </a:p>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p>
            <a:r>
              <a:t>عبرت — They fixed the line by taking away their own ability to move back from it.</a:t>
            </a:r>
          </a:p>
          <a:p/>
          <a:p>
            <a:r>
              <a:t>MAP — **عَقْرَباء**, the point where the line stopped moving.</a:t>
            </a:r>
          </a:p>
          <a:p/>
          <a:p>
            <a:r>
              <a:t>⚠ The Bukhārī-anchored version of these words (البخاري ٢٨٤٥, via سیر ج۱ ص۳۱۱) belongs to</a:t>
            </a:r>
          </a:p>
          <a:p>
            <a:r>
              <a:t>**ثابت بن قيس ؓ**. Attribute accordingly; see §7.4(a) and RCT `E-RC18`.</a:t>
            </a:r>
          </a:p>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WHEN, as the card gives it: 23 AH, Medina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read the name of the woman who freed him — the printed page gives it two ways on one page (§4.2). ⚠ ⁨سیر⁩ ⁨ج1 ص169⁩ tells the estate differently: tell one version, captioned to ⁨البدایہ ج7 ص50⁩</a:t>
            </a:r>
          </a:p>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p>
            <a:r>
              <a:t>عبرت — She had a legal claim on what he left, and she said she had not freed him in order to have one.</a:t>
            </a:r>
          </a:p>
          <a:p/>
          <a:p>
            <a:r>
              <a:t>⚠ **سیر ج۱ ص۱۶۹ tells the same estate differently** (sold for 200 dirhams and given to «أمه»).</a:t>
            </a:r>
          </a:p>
          <a:p>
            <a:r>
              <a:t>**Tell one version only, captioned to البدایہ ج۷ ص۵۰.** See §7.6.</a:t>
            </a:r>
          </a:p>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 The people: زيد بن الخطاب ؓ and the dead of اليمامة</a:t>
            </a:r>
          </a:p>
          <a:p/>
          <a:p>
            <a:r>
              <a:t>*Source note: [`zayd-ibn-al-khattab-and-the-dead-of-yamama.md`](../docs/research/zayd-ibn-al-khattab-and-the-dead-of-yamama.md) — read it for the pages behind these cards.*</a:t>
            </a:r>
          </a:p>
          <a:p/>
          <a:p>
            <a:r>
              <a:t>WHEN, as the card gives it: after 12 AH</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MAP — Two dots — Mecca and Medina — joined by a line; then the line moved intact to عَقْرَباء.</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WHEN, as the card gives it: the مؤاخاة, on the arrival in المدینہ — the approved sources give it no year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WHEN, as the card gives it: المدینہ 11 AH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 **The sources record no answer from ʿUmar ؓ. Do not supply one.** ⚠ Give Ibn Kathīr's own handling</a:t>
            </a:r>
          </a:p>
          <a:p>
            <a:r>
              <a:t>of the competing report — it is the "how do we know?" beat of this act (§2.7).</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WHEN, as the card gives it: اليمامة 12 AH, and afterwards in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Abū ʿAqīl ؓ, a chief of the Anṣār and a man of Badr. ⚠⚠ The long famous version — the night wound, the dead arm, the severed arm, "who won?" — is in NO approved source (§X.2). Tell only the sentence on the card</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 البدایہ ج۷ ص۵۷ gives the same sentence. ⚠⚠ The long famous version of this account — the night wound, the dead arm, the severed arm, the fourteen wounds, "who won?" — is NOT in any approved source (§X.2). Tell only what is above.</a:t>
            </a:r>
          </a:p>
          <a:p/>
          <a:p>
            <a:r>
              <a:t>MAP — No movement.</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Where he died is disputed (⁨سیر⁩/⁨البدایہ⁩: اليمامة; ⁨سیر الراشدون⁩ ص61: ⁨جواثى⁩) — say "in this war". ⚠ Do not print a verse number without checking a ⁨مصحف⁩</a:t>
            </a:r>
          </a:p>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p>
            <a:r>
              <a:t>عبرت — A man is not his father, and the books are careful to record that they were not confused about it.</a:t>
            </a:r>
          </a:p>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fourth man is a son in one source and a grandson in another — say "three men of his own household with him" and do not count them out</a:t>
            </a:r>
          </a:p>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p>
            <a:r>
              <a:t>عبرت — One household sent four men to one field and none of them came back.</a:t>
            </a:r>
          </a:p>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 ⚠ The two books differ on the wounds — ⁨سیر ج2 ص281⁩: the hand plus eleven; ⁨البدایہ ج3 ص428⁩: twelve. Say "covered in wounds", or give one book's figure with its caption</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MAP — A single line from المدینہ to عَقْرَباء.</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a:p/>
          <a:p>
            <a:r>
              <a:t>WHEN, as the card gives it: 11 AH → 12 AH</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the card Daniyal's own question found (2026-09-23): the note's §9.3 was on no card, so it did not exist on stage (#35). ⁨الذہبی⁩, in her notice, says her other son ʿAbd Allāh b. Zayd ؓ is the man who killed Musaylima with his sword. ⚠ It is ONE OF FOUR names (QABANK.md §5.3) — say it as he writes it, and say in the same breath that three other names are given. ⚠ Do not open ⁨الحرة⁩, which the same page mentions</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Frame ⁨اليرموك⁩ aloud as a battle we have not reached (#43, forward reference). ⚠ Do not read the Arabic of the dream and do not render its second image — say only what the card says he interpreted</a:t>
            </a:r>
          </a:p>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p>
            <a:r>
              <a:t>عبرت — He read his own end aloud before the battle, and then went into it anyway.</a:t>
            </a:r>
          </a:p>
          <a:p/>
          <a:p>
            <a:r>
              <a:t>MAP — Two marks a long way apart — عَقْرَباء in central Najd, and اليرموك on the Syrian frontier.</a:t>
            </a:r>
          </a:p>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WHEN, as the card gives it: اليمامة 12 AH, then اليرموك — whose own year is disputed in the sources (13 AH / 15 AH)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6: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Daniyal, 2026-09-23: add the dialogue. ⁨سیر ج2 ص431⁩, in Zayd's ؓ own words — the reason he was chosen, his objection, and the three-word answer. This is the run-up to #57; do not let it become the ending. ⚠ ʿUmar ؓ is named inside Zayd's ؓ sentence — that is the page's wording, not a claim about who proposed it: do not tell the "ʿUmar ؓ proposed it" account here, it is not on this page</a:t>
            </a:r>
          </a:p>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r>
              <a:t>6. What he gathered it from — The parchments, the shoulder-blades, the palm-stalks, and the breasts of men.</a:t>
            </a:r>
          </a:p>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p>
            <a:r>
              <a:t>عبرت — The man who did it first had to be argued into it, and he is the one who told us so.</a:t>
            </a:r>
          </a:p>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a:p/>
          <a:p>
            <a:r>
              <a:t>WHEN, as the card gives it: 12 AH,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Who he is — Of the Khazraj, of Banū al-Najjār, and the Prophet's ﷺ own scribe of the revelation.</a:t>
            </a:r>
          </a:p>
          <a:p>
            <a:r>
              <a:t>4. Out of what it was gathered — The flat stones, the palm-stalks, and the memories of men.</a:t>
            </a:r>
          </a:p>
          <a:p>
            <a:r>
              <a:t>   ^ read the Arabic on the face here</a:t>
            </a:r>
          </a:p>
          <a:p>
            <a:r>
              <a:t>5. Why then — So that it would not go with the men who carried it.</a:t>
            </a:r>
          </a:p>
          <a:p>
            <a:r>
              <a:t>6. Both books say it in the same place — al-Bidāya and al-Kāmil, and both point at al-Bukhārī.</a:t>
            </a:r>
          </a:p>
          <a:p>
            <a:r>
              <a:t>7.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E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finished; the Line does not move again tonight. What follows is older than everything we have told — it is the houses those men came out of, and we go back to before the Hijra to start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house begins here. ⁨ثابت⁩'s closing line is worth saying aloud: "we never heard of a nobler dower"</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 but ثابت's closing line is worth adding aloud: *"We never heard of a nobler dower than Umm Sulaym's dower: Islam."</a:t>
            </a:r>
          </a:p>
          <a:p/>
          <a:p>
            <a:r>
              <a:t>MAP — Medina — بنو النجار quarter</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WHEN, as the card gives it: before the Hijra, at Medina (the sources fix no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is ten, and he stays ten years. This is the same Anas ؓ whose brother went over the wall at #32 — say so</a:t>
            </a:r>
          </a:p>
          <a:p/>
          <a:p>
            <a:r>
              <a:t>SAY —</a:t>
            </a:r>
          </a:p>
          <a:p>
            <a:r>
              <a:t>1. She brings her son to the Prophet ﷺ — Dressed in half her own head-covering.</a:t>
            </a:r>
          </a:p>
          <a:p>
            <a:r>
              <a:t>2. What she asked — That he be taken into service, and prayed for.</a:t>
            </a:r>
          </a:p>
          <a:p>
            <a:r>
              <a:t>   ^ read the Arabic on the face here</a:t>
            </a:r>
          </a:p>
          <a:p>
            <a:r>
              <a:t>3. How old he was — Ten. He stayed ten years.</a:t>
            </a:r>
          </a:p>
          <a:p/>
          <a:p>
            <a:r>
              <a:t>QUOTE — يَا رَسُوْلَ اللهِ! هَذَا أُنَيْسٌ ابْنِي، أَتَيْتُكَ بِهِ يَخْدُمُكَ، فَادْعُ اللهَ لَهُ.</a:t>
            </a:r>
          </a:p>
          <a:p>
            <a:r>
              <a:t>"Messenger of Allah, this is Unays, my son. I have brought him to you to serve you — so pray to Allah for him."</a:t>
            </a:r>
          </a:p>
          <a:p>
            <a:r>
              <a:t>— سیر أعلام النبلاء ج۳ ص۳۹۸</a:t>
            </a:r>
          </a:p>
          <a:p/>
          <a:p>
            <a:r>
              <a:t>عبرت — She gave what she had, and what she had was a child's ten years.</a:t>
            </a:r>
          </a:p>
          <a:p/>
          <a:p>
            <a:r>
              <a:t>HANDS UP — yes — *"How old were you when you first learned something you still use?"* *(Delivery caution: the familiar line — "every man and woman of the Anṣār had already given him a gift, and I have nothing but this son" — is a **different** report on the same page (سیر ج۳ ص۳۹۸), and it comes through علي بن زيد, of whom الذہبی says «وَفِيْهِ لِينٌ». Its wording is **أبو يعلى's, not الترمذي's** — the سیر editor says so outright: «هذا اللفظ ليس عند الترمذي، وإنما هو لأبي يعلى». The quotation above is the ṣaḥīḥ one, مسلم (٢٤٨١). Do not weld the two: if the "gift" line is told, say it is the weaker report — and note that the same weaker report makes him **eight**, not ten.)*</a:t>
            </a:r>
          </a:p>
          <a:p/>
          <a:p>
            <a:r>
              <a:t>MAP — Medina</a:t>
            </a:r>
          </a:p>
          <a:p/>
          <a:p>
            <a:r>
              <a:t>BACKGROUND (read at home, not aloud) —</a:t>
            </a:r>
          </a:p>
          <a:p>
            <a:r>
              <a:t>Umm Sulaym dressed her son in half her own head-covering, brought him to the Prophet ﷺ, and asked that he be taken into service and prayed for. He was ten years old. He stayed ten years.</a:t>
            </a:r>
          </a:p>
          <a:p/>
          <a:p>
            <a:r>
              <a:t>WHEN, as the card gives it: 1 AH, soon after the Hijra (سیر ج3 ص397: he was ten when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Under oath: never once told off, and «⁨أف⁩» never said to him</a:t>
            </a:r>
          </a:p>
          <a:p/>
          <a:p>
            <a:r>
              <a:t>SAY —</a:t>
            </a:r>
          </a:p>
          <a:p>
            <a:r>
              <a:t>1. Ten years in that service — Anas ؓ served the Prophet ﷺ from the age of ten.</a:t>
            </a:r>
          </a:p>
          <a:p>
            <a:r>
              <a:t>2. What he said afterwards, under oath — In ten years he was never once told off.</a:t>
            </a:r>
          </a:p>
          <a:p>
            <a:r>
              <a:t>3. Not for what he did, and not for what he failed to do — And «uff» was never said to him.</a:t>
            </a:r>
          </a:p>
          <a:p>
            <a:r>
              <a:t>   ^ read the Arabic on the face here</a:t>
            </a:r>
          </a:p>
          <a:p/>
          <a:p>
            <a:r>
              <a:t>QUOTE — خدمته صلى الله عليه وسلم عشر سنين، فوالله ما قال لي: أف قط، ولا قال لشيء فعلته: لم فعلت كذا، ولا لشيء لم أفعله: ألا فعلت كذا؟</a:t>
            </a:r>
          </a:p>
          <a:p>
            <a:r>
              <a:t>"I served him ﷺ ten years, and by Allah he never said 'uff' to me once; he never said of anything I did, why did you do that; nor of anything I did not do, why did you not do that."</a:t>
            </a:r>
          </a:p>
          <a:p>
            <a:r>
              <a:t>— سیر أعلام النبلاء، جلد السیرہ ۲ ص۳۸۶</a:t>
            </a:r>
          </a:p>
          <a:p/>
          <a:p>
            <a:r>
              <a:t>عبرت — The measure of a man is what the people who work for him say afterwards.</a:t>
            </a:r>
          </a:p>
          <a:p/>
          <a:p>
            <a:r>
              <a:t>BACKGROUND (read at home, not aloud) —</a:t>
            </a:r>
          </a:p>
          <a:p>
            <a:r>
              <a:t>Anas served in that household for ten years. He said afterwards, under oath, that in ten years he was never once told off — not for something he did, and not for something he failed to do. He said the word «uff» was never said to him.</a:t>
            </a:r>
          </a:p>
          <a:p/>
          <a:p>
            <a:r>
              <a:t>WHEN, as the card gives it: 1–11 AH</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Uḥud, 3 AH. Anas b. al-Naḍr ؓ — the uncle Anas b. Mālik ؓ is named after. Say the year aloud: we have gone back nine years</a:t>
            </a:r>
          </a:p>
          <a:p/>
          <a:p>
            <a:r>
              <a:t>SAY —</a:t>
            </a:r>
          </a:p>
          <a:p>
            <a:r>
              <a:t>1. He had missed Badr — Anas b. al-Naḍr ؓ, and it weighed on him.</a:t>
            </a:r>
          </a:p>
          <a:p>
            <a:r>
              <a:t>2. What he said about it — If Allah gives me a battle, He will see what I do.</a:t>
            </a:r>
          </a:p>
          <a:p>
            <a:r>
              <a:t>3. At Uḥud, when the line broke — He walked forward with his sword and met Saʿd b. Muʿādh ؓ.</a:t>
            </a:r>
          </a:p>
          <a:p>
            <a:r>
              <a:t>4. What he said to him — I find the scent of Paradise, on this side of the mountain.</a:t>
            </a:r>
          </a:p>
          <a:p>
            <a:r>
              <a:t>   ^ read the Arabic on the face here</a:t>
            </a:r>
          </a:p>
          <a:p>
            <a:r>
              <a:t>5. Then he went in — He fought until he was killed, and Saʿd ؓ said he could not have done what that man did.</a:t>
            </a:r>
          </a:p>
          <a:p/>
          <a:p>
            <a:r>
              <a:t>QUOTE — يا أبا عمرو أين؟ واهًا لريح الجنة، أجده دون أحدٍ.</a:t>
            </a:r>
          </a:p>
          <a:p>
            <a:r>
              <a:t>"Abū ʿAmr, where to? Ah, the scent of Paradise — I find it this side of Uḥud."</a:t>
            </a:r>
          </a:p>
          <a:p>
            <a:r>
              <a:t>— البدایہ والنہایہ ج۴ ص۲۰۳</a:t>
            </a:r>
          </a:p>
          <a:p/>
          <a:p>
            <a:r>
              <a:t>عبرت — He had made a promise in private, and he kept it on a day when nobody would have checked.</a:t>
            </a:r>
          </a:p>
          <a:p/>
          <a:p>
            <a:r>
              <a:t>HANDS UP — yes — *"Has anyone here ever missed something and spent years wishing they had been there?"*</a:t>
            </a:r>
          </a:p>
          <a:p/>
          <a:p>
            <a:r>
              <a:t>MAP — أحد, north of Medina</a:t>
            </a:r>
          </a:p>
          <a:p/>
          <a:p>
            <a:r>
              <a:t>BACKGROUND (read at home, not aloud) —</a:t>
            </a:r>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WHEN, as the card gives it: أحد, شوال 3 AH (the year is not fixed on the pages read; سیر's chapter heading is «غزوة أحد وكانت في شوال»)</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Eighty-odd wounds; his sister knew him by his fingertips</a:t>
            </a:r>
          </a:p>
          <a:p/>
          <a:p>
            <a:r>
              <a:t>SAY —</a:t>
            </a:r>
          </a:p>
          <a:p>
            <a:r>
              <a:t>1. Afterwards they went out to identify the dead — More than eighty wounds on him: sword, spear and arrow.</a:t>
            </a:r>
          </a:p>
          <a:p>
            <a:r>
              <a:t>2. His own family could not tell who he was — His sister came.</a:t>
            </a:r>
          </a:p>
          <a:p>
            <a:r>
              <a:t>3. How she knew him — By his fingertips.</a:t>
            </a:r>
          </a:p>
          <a:p>
            <a:r>
              <a:t>   ^ read the Arabic on the face here</a:t>
            </a:r>
          </a:p>
          <a:p>
            <a:r>
              <a:t>4. What his nephew said later — The āya of al-Aḥzāb was held to have come down about him and men like him.</a:t>
            </a:r>
          </a:p>
          <a:p/>
          <a:p>
            <a:r>
              <a:t>QUOTE — ﴿مِنَ الْمُؤْمِنِينَ رِجَالٌ صَدَقُوا مَا عَاهَدُوا اللَّهَ عَلَيْهِ﴾</a:t>
            </a:r>
          </a:p>
          <a:p>
            <a:r>
              <a:t>— verse as quoted at البدایہ والنہایہ ج۴ ص۲۰۳ the reference</a:t>
            </a:r>
          </a:p>
          <a:p/>
          <a:p>
            <a:r>
              <a:t>عبرت — Some men are recognised by their faces, and some by what is left of their hands.</a:t>
            </a:r>
          </a:p>
          <a:p/>
          <a:p>
            <a:r>
              <a:t>MAP — the field at أحد</a:t>
            </a:r>
          </a:p>
          <a:p/>
          <a:p>
            <a:r>
              <a:t>BACKGROUND (read at home, not aloud) —</a:t>
            </a:r>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WHEN, as the card gives it: أحد, 3 AH (as — the year is not fixed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This one comes through Ibn Isḥāq, not the ⁨صحیح⁩ chain of #59–#60. Say "it is reported", and do not put it on the same footing</a:t>
            </a:r>
          </a:p>
          <a:p/>
          <a:p>
            <a:r>
              <a:t>SAY —</a:t>
            </a:r>
          </a:p>
          <a:p>
            <a:r>
              <a:t>1. The word goes round the field — That the Prophet ﷺ had been killed.</a:t>
            </a:r>
          </a:p>
          <a:p>
            <a:r>
              <a:t>2. Men sat down where they were and let their hands fall — Among them ʿUmar ؓ and Ṭalḥa ؓ.</a:t>
            </a:r>
          </a:p>
          <a:p>
            <a:r>
              <a:t>3. He asks what is keeping them there — And they tell him.</a:t>
            </a:r>
          </a:p>
          <a:p>
            <a:r>
              <a:t>4. One sentence — And he walks past them into the fighting.</a:t>
            </a:r>
          </a:p>
          <a:p>
            <a:r>
              <a:t>   ^ read the Arabic on the face here</a:t>
            </a:r>
          </a:p>
          <a:p/>
          <a:p>
            <a:r>
              <a:t>QUOTE — فما تصنعون بالحياة بعده؟! قوموا فموتوا على ما مات عليه رسول اللَّه ﷺ.</a:t>
            </a:r>
          </a:p>
          <a:p>
            <a:r>
              <a:t>"And what will you do with life after him? Rise, and die upon what the Messenger of Allah ﷺ died upon."</a:t>
            </a:r>
          </a:p>
          <a:p>
            <a:r>
              <a:t>— البدایہ والنہایہ ج۴ ص۲۰۷</a:t>
            </a:r>
          </a:p>
          <a:p/>
          <a:p>
            <a:r>
              <a:t>عبرت — A rumour stopped a whole line of men; one sentence started it moving again.</a:t>
            </a:r>
          </a:p>
          <a:p/>
          <a:p>
            <a:r>
              <a:t>⚠ (Delivery note: this comes through Ibn Isḥāq, not through the ṣaḥīḥ chain of E-HS4/E-HS5. Say so if the room is told both.)</a:t>
            </a:r>
          </a:p>
          <a:p/>
          <a:p>
            <a:r>
              <a:t>MAP — أحد</a:t>
            </a:r>
          </a:p>
          <a:p/>
          <a:p>
            <a:r>
              <a:t>BACKGROUND (read at home, not aloud) —</a:t>
            </a:r>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WHEN, as the card gives it: أحد, 3 AH , at the moment the rumour spread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Two memories of a boy: his stepfather's my throat before your throat, and the two women with the waterskins — one of them ʿĀʾisha ؓ, the other his mother</a:t>
            </a:r>
          </a:p>
          <a:p/>
          <a:p>
            <a:r>
              <a:t>SAY —</a:t>
            </a:r>
          </a:p>
          <a:p>
            <a:r>
              <a:t>1. He was a boy that day — Anas ؓ remembered two things from Uḥud.</a:t>
            </a:r>
          </a:p>
          <a:p>
            <a:r>
              <a:t>2. His stepfather in front of the Prophet ﷺ — Breaking bow after bow: my throat before your throat.</a:t>
            </a:r>
          </a:p>
          <a:p>
            <a:r>
              <a:t>3. Two women running with waterskins — Skirts tucked up, emptying them into the men's mouths, going back to fill them.</a:t>
            </a:r>
          </a:p>
          <a:p>
            <a:r>
              <a:t>   ^ read the Arabic on the face here</a:t>
            </a:r>
          </a:p>
          <a:p>
            <a:r>
              <a:t>4. Who they were — One was ʿĀʾisha ؓ. The other was his mother.</a:t>
            </a:r>
          </a:p>
          <a:p/>
          <a:p>
            <a:r>
              <a:t>QUOTE — يَا نَبِيَّ اللهِ، بِأَبِي أَنْتَ، لاَ تُشْرِفْ، لاَ يُصِيْبُكَ سَهْمٌ، نَحْرِي دُوْنَ نَحْرِكَ.</a:t>
            </a:r>
          </a:p>
          <a:p>
            <a:r>
              <a:t>"Prophet of Allah — may my father be your ransom — do not look out, lest an arrow strike you. My throat before your throat."</a:t>
            </a:r>
          </a:p>
          <a:p>
            <a:r>
              <a:t>— سیر أعلام النبلاء ج۲ ص۳۱</a:t>
            </a:r>
          </a:p>
          <a:p/>
          <a:p>
            <a:r>
              <a:t>عبرت — A boy remembers who was working, and he remembers it for the rest of his life.</a:t>
            </a:r>
          </a:p>
          <a:p/>
          <a:p>
            <a:r>
              <a:t>MAP — أحد</a:t>
            </a:r>
          </a:p>
          <a:p/>
          <a:p>
            <a:r>
              <a:t>BACKGROUND (read at home, not aloud) —</a:t>
            </a:r>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WHEN, as the card gives it: أحد, 3 AH</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Biʾr Maʿūna, 4 AH. Her brother Ḥarām ؓ, speared from behind while speaking under safe conduct</a:t>
            </a:r>
          </a:p>
          <a:p/>
          <a:p>
            <a:r>
              <a:t>SAY —</a:t>
            </a:r>
          </a:p>
          <a:p>
            <a:r>
              <a:t>1. A party sent out to Najd to teach — Umm Sulaym's ؓ brother Ḥarām ؓ carries the letter forward.</a:t>
            </a:r>
          </a:p>
          <a:p>
            <a:r>
              <a:t>2. Safe conduct until the message is delivered — And he begins to speak to them.</a:t>
            </a:r>
          </a:p>
          <a:p>
            <a:r>
              <a:t>3. What they did while he spoke — Signalled to a man, who came round behind him and ran a spear through him.</a:t>
            </a:r>
          </a:p>
          <a:p>
            <a:r>
              <a:t>4. What he did with his own blood — Took it in his hand and threw it over his face and head.</a:t>
            </a:r>
          </a:p>
          <a:p>
            <a:r>
              <a:t>   ^ read the Arabic on the face here</a:t>
            </a:r>
          </a:p>
          <a:p/>
          <a:p>
            <a:r>
              <a:t>QUOTE — اللَّهُ أَكْبَرُ، فُزْتُ وَرَبِّ الكَعْبَةِ.</a:t>
            </a:r>
          </a:p>
          <a:p>
            <a:r>
              <a:t>"Allāhu akbar — I have won, by the Lord of the Kaʿba."</a:t>
            </a:r>
          </a:p>
          <a:p>
            <a:r>
              <a:t>— البدایہ والنہایہ ج۴ ص۲۵۵ (the page cites البخاري ٤٠٩١، ٤٠٩٢)</a:t>
            </a:r>
          </a:p>
          <a:p/>
          <a:p>
            <a:r>
              <a:t>عبرت — He was killed in the middle of a sentence, and he called it winning.</a:t>
            </a:r>
          </a:p>
          <a:p/>
          <a:p>
            <a:r>
              <a:t>MAP — بئر معونة, between the land of بنو عامر and the ḥarra of بنو سليم</a:t>
            </a:r>
          </a:p>
          <a:p/>
          <a:p>
            <a:r>
              <a:t>BACKGROUND (read at home, not aloud) —</a:t>
            </a:r>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WHEN, as the card gives it: بئر معونة, 4 AH (البدایہ ج4 ص256 places it four months after Uḥud, in صفر)</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compliment to the house — it is that her brother was killed alongside him. [HANDS] optional: "why that house and no other?"</a:t>
            </a:r>
          </a:p>
          <a:p/>
          <a:p>
            <a:r>
              <a:t>SAY —</a:t>
            </a:r>
          </a:p>
          <a:p>
            <a:r>
              <a:t>1. People noticed — He went into no house in Medina except hers.</a:t>
            </a:r>
          </a:p>
          <a:p>
            <a:r>
              <a:t>2. They asked him why — And the answer was not a compliment to the house.</a:t>
            </a:r>
          </a:p>
          <a:p>
            <a:r>
              <a:t>3. The reason — Her brother had been killed alongside him.</a:t>
            </a:r>
          </a:p>
          <a:p>
            <a:r>
              <a:t>   ^ read the Arabic on the face here</a:t>
            </a:r>
          </a:p>
          <a:p/>
          <a:p>
            <a:r>
              <a:t>QUOTE — إِنِّي أَرْحَمُهَا، قُتِلَ</a:t>
            </a:r>
          </a:p>
          <a:p>
            <a:r>
              <a:t>— سیر أعلام النبلاء ج۲ ص۳۰۶–۳۰۷</a:t>
            </a:r>
          </a:p>
          <a:p/>
          <a:p>
            <a:r>
              <a:t>عبرت — The debt a leader owes is to the family, and it is paid by turning up.</a:t>
            </a:r>
          </a:p>
          <a:p/>
          <a:p>
            <a:r>
              <a:t>HANDS UP — yes — *"Why do you think he went to that house and no other?"* (Then give the answer from the page.)</a:t>
            </a:r>
          </a:p>
          <a:p/>
          <a:p>
            <a:r>
              <a:t>MAP — Medina — the house of أم سليم ؓ</a:t>
            </a:r>
          </a:p>
          <a:p/>
          <a:p>
            <a:r>
              <a:t>BACKGROUND (read at home, not aloud) —</a:t>
            </a:r>
          </a:p>
          <a:p>
            <a:r>
              <a:t>People noticed that the Prophet ﷺ went into no house in Medina except Umm Sulaym's. They asked him about it. He gave one reason, and it was not a compliment to the house. It was that her brother had been killed alongside him.</a:t>
            </a:r>
          </a:p>
          <a:p/>
          <a:p>
            <a:r>
              <a:t>WHEN, as the card gives it: after بئر معونة, 4 AH onwards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page does not name the child. Do not name him. Tell it slowly; it is the strongest card in the part</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 (Delivery caution: the page does not name the child, and the exchange is at the end of the night, not at the door. Both details are usually got wrong in retelling.)</a:t>
            </a:r>
          </a:p>
          <a:p/>
          <a:p>
            <a:r>
              <a:t>MAP — Medina</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WHEN, as the card gives it: at Medina (no year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He gave away the piece he loved most, and was told to put it among his near kin</a:t>
            </a:r>
          </a:p>
          <a:p/>
          <a:p>
            <a:r>
              <a:t>SAY —</a:t>
            </a:r>
          </a:p>
          <a:p>
            <a:r>
              <a:t>1. More date-palms than any man of the Anṣār — And the one he loved most was Bayruḥāʾ.</a:t>
            </a:r>
          </a:p>
          <a:p>
            <a:r>
              <a:t>2. He gave it away — And said plainly that he was giving the piece he loved most.</a:t>
            </a:r>
          </a:p>
          <a:p>
            <a:r>
              <a:t>   ^ read the Arabic on the face here</a:t>
            </a:r>
          </a:p>
          <a:p>
            <a:r>
              <a:t>3. What he asked — That the Prophet ﷺ place it wherever he was shown.</a:t>
            </a:r>
          </a:p>
          <a:p>
            <a:r>
              <a:t>4. Where it went — Among his own near kin.</a:t>
            </a:r>
          </a:p>
          <a:p/>
          <a:p>
            <a:r>
              <a:t>QUOTE — إِنَّ أَحَبَّ أَمْوَالِي إِلَيَّ بَيْرُحَاءُ، وَإِنَّهَا صَدَقَةٌ للهِ… فَقَالَ: (بَخٍ! ذَلِكَ مَالٌ رَابِحٌ، وَإِنِّي أَرَى أَنْ تَجْعَلَهَا فِي الأَقْرَبِيْنَ).</a:t>
            </a:r>
          </a:p>
          <a:p>
            <a:r>
              <a:t>"The dearest of my property to me is Bayruḥāʾ, and it is a ṣadaqa for Allah… He said: 'Bakhkh! That is profitable property. I think you should put it among your near kin.'"</a:t>
            </a:r>
          </a:p>
          <a:p>
            <a:r>
              <a:t>— سیر أعلام النبلاء ج۲ ص۳۳</a:t>
            </a:r>
          </a:p>
          <a:p/>
          <a:p>
            <a:r>
              <a:t>عبرت — He gave away the thing he would miss, and he was told to give it to his own relatives.</a:t>
            </a:r>
          </a:p>
          <a:p/>
          <a:p>
            <a:r>
              <a:t>HANDS UP — yes — *"What is the one thing in your house you would find hardest to give away?"*</a:t>
            </a:r>
          </a:p>
          <a:p/>
          <a:p>
            <a:r>
              <a:t>MAP — the palm gardens of Medina</a:t>
            </a:r>
          </a:p>
          <a:p/>
          <a:p>
            <a:r>
              <a:t>BACKGROUND (read at home, not aloud) —</a:t>
            </a:r>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WHEN, as the card gives it: at Medina</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8 AH. ⚠ Stop where the card stops — ⁨البدایہ ج4 ص589⁩ continues the exchange, and that continuation is not on this card</a:t>
            </a:r>
          </a:p>
          <a:p/>
          <a:p>
            <a:r>
              <a:t>SAY —</a:t>
            </a:r>
          </a:p>
          <a:p>
            <a:r>
              <a:t>1. The Muslims driven back at the start of the day — Abū Ṭalḥa ؓ finds his wife standing with a dagger.</a:t>
            </a:r>
          </a:p>
          <a:p>
            <a:r>
              <a:t>2. He asks what it is for — If any of them comes near me, I will use it on him.</a:t>
            </a:r>
          </a:p>
          <a:p>
            <a:r>
              <a:t>   ^ read the Arabic on the face here</a:t>
            </a:r>
          </a:p>
          <a:p>
            <a:r>
              <a:t>3. He turns to the Prophet ﷺ — Have you heard what she is saying?</a:t>
            </a:r>
          </a:p>
          <a:p/>
          <a:p>
            <a:r>
              <a:t>QUOTE — يَا رَسُوْلَ اللهِ! إِنْ دَنَا مِنِّي مُشْرِكٌ بَقَرْتُ بِهِ بَطْنَهُ.</a:t>
            </a:r>
          </a:p>
          <a:p>
            <a:r>
              <a:t>"Messenger of Allah, if a mushrik comes near me I will open his belly with it."</a:t>
            </a:r>
          </a:p>
          <a:p>
            <a:r>
              <a:t>— سیر أعلام النبلاء ج۲ ص۳۰۴</a:t>
            </a:r>
          </a:p>
          <a:p/>
          <a:p>
            <a:r>
              <a:t>عبرت — She did not intend to be carried off a battlefield.</a:t>
            </a:r>
          </a:p>
          <a:p/>
          <a:p>
            <a:r>
              <a:t>⚠ (Delivery note: البدایہ ج۴ ص۵۸۹ continues this exchange with her request about the الطلقاء and the reply «إن الله قد كفى وأحسن». Either tell that half whole, ending on his ﷺ refusal, or leave it out entirely. Never the request without the answer.)</a:t>
            </a:r>
          </a:p>
          <a:p/>
          <a:p>
            <a:r>
              <a:t>MAP — the valley of حنين, near الطائف</a:t>
            </a:r>
          </a:p>
          <a:p/>
          <a:p>
            <a:r>
              <a:t>BACKGROUND (read at home, not aloud) —</a:t>
            </a:r>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WHEN, as the card gives it: حنين, 8 AH (the year is not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develop the fleet — it is 28 AH and belongs to a later evening. ⚠ Do not name its commander (QABANK.md §17.4): say "a fleet went to Cyprus"</a:t>
            </a:r>
          </a:p>
          <a:p/>
          <a:p>
            <a:r>
              <a:t>SAY —</a:t>
            </a:r>
          </a:p>
          <a:p>
            <a:r>
              <a:t>1. He rested in her house one afternoon — And woke up laughing.</a:t>
            </a:r>
          </a:p>
          <a:p>
            <a:r>
              <a:t>2. What he had been shown — People of his umma riding the sea like kings on thrones.</a:t>
            </a:r>
          </a:p>
          <a:p>
            <a:r>
              <a:t>3. What she asked — That he pray she be one of them; he told her she was among the first.</a:t>
            </a:r>
          </a:p>
          <a:p>
            <a:r>
              <a:t>   ^ read the Arabic on the face here</a:t>
            </a:r>
          </a:p>
          <a:p>
            <a:r>
              <a:t>4. Years later — A fleet went to Cyprus, and her husband ʿUbāda b. al-Ṣāmit ؓ carried her with it.</a:t>
            </a:r>
          </a:p>
          <a:p>
            <a:r>
              <a:t>5. Coming ashore on the way back — A mule threw her, and she died there.</a:t>
            </a:r>
          </a:p>
          <a:p/>
          <a:p>
            <a:r>
              <a:t>QUOTE — عُرِضَ عَلَيَّ نَاسٌ مِنْ أُمَّتِي يَرْكَبُوْنَ ظَهْرَ هَذَا البَحْرِ كَالمُلُوْكِ</a:t>
            </a:r>
          </a:p>
          <a:p>
            <a:r>
              <a:t>— سیر أعلام النبلاء ج۲ ص۳۱۶–۳۱۷</a:t>
            </a:r>
          </a:p>
          <a:p/>
          <a:p>
            <a:r>
              <a:t>عبرت — She was told where she would be a caliphate before the ships were built.</a:t>
            </a:r>
          </a:p>
          <a:p/>
          <a:p>
            <a:r>
              <a:t>HANDS UP — yes — *"How long between a promise and its keeping is too long?"* *(Delivery caution: stop the البدایہ quotation at «فماتت هناك». The clause about her grave that follows is Ibn Kathīr reporting local practice and will be heard as doctrine in this room.)*</a:t>
            </a:r>
          </a:p>
          <a:p/>
          <a:p>
            <a:r>
              <a:t>MAP — Medina → Cyprus. **This is the first point on the map that is across water.**</a:t>
            </a:r>
          </a:p>
          <a:p/>
          <a:p>
            <a:r>
              <a:t>BACKGROUND (read at home, not aloud) —</a:t>
            </a:r>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WHEN, as the card gives it: the ḥadīth: at Medina, in the Prophet's ﷺ lifetime. The expedition: 28 AH — البدایہ ج7 ص290 records 27، 28 and 33</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17–20 AH; the sources differ on the year, so say "years later". ⚠ «⁨واستشهدني⁩» is where the sources stop — add nothing</a:t>
            </a:r>
          </a:p>
          <a:p/>
          <a:p>
            <a:r>
              <a:t>SAY —</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   ^ read the Arabic on the face here</a:t>
            </a:r>
          </a:p>
          <a:p>
            <a:r>
              <a:t>5. That day — They broke the enemy, and he was killed inside the city.</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a:p/>
          <a:p>
            <a:r>
              <a:t>⚠ (Delivery note: «واستشهدني» is where the sources stop. Nothing may be added after it.)</a:t>
            </a:r>
          </a:p>
          <a:p/>
          <a:p>
            <a:r>
              <a:t>MAP — خوزستان — تُسْتَر, east of البصرة; the Persian frontier moves past the Zagros</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WHEN, as the card gives it: the conquest of تُسْتَر — سیر ج1 ص198 says 20 AH; البدایہ and الکامل narrate it under 17 AH both ways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was there: the prayer he would not have traded for red camels — and he is the brother of the man killed at that wall</a:t>
            </a:r>
          </a:p>
          <a:p/>
          <a:p>
            <a:r>
              <a:t>SAY —</a:t>
            </a:r>
          </a:p>
          <a:p>
            <a:r>
              <a:t>1. Volunteers go in at night with the water — They put the gatekeepers to sleep and open the gates at Fajr.</a:t>
            </a:r>
          </a:p>
          <a:p>
            <a:r>
              <a:t>2. The fighting runs into the morning — Nobody prayed Ṣubḥ until after the sun was up.</a:t>
            </a:r>
          </a:p>
          <a:p>
            <a:r>
              <a:t>3. What Anas ؓ said afterwards — He would not have traded that prayer for red camels.</a:t>
            </a:r>
          </a:p>
          <a:p>
            <a:r>
              <a:t>   ^ read the Arabic on the face here</a:t>
            </a:r>
          </a:p>
          <a:p>
            <a:r>
              <a:t>4. Who he was that day — The man who took the captured lord of the city back to ʿUmar ؓ, and the brother of the man killed at that wall.</a:t>
            </a:r>
          </a:p>
          <a:p/>
          <a:p>
            <a:r>
              <a:t>QUOTE — شهدت فتح تُسْتَر، وذلك عند صلاة الفجر، فاشتغل الناس بالفتح فما صلوا الصبح إلا بعد طلوع الشمس فما أحب أن لي بتلك الصلاة حمرَ النعم.</a:t>
            </a:r>
          </a:p>
          <a:p>
            <a:r>
              <a:t>"I was present at the conquest of Tustar, and it was at the time of the dawn prayer; the men were taken up with the conquest and did not pray Ṣubḥ until after sunrise — and I would not wish red camels in exchange for that prayer."</a:t>
            </a:r>
          </a:p>
          <a:p>
            <a:r>
              <a:t>— البدایہ والنہایہ ج۷ ص۱۹۸ (the page cites البخاري)</a:t>
            </a:r>
          </a:p>
          <a:p/>
          <a:p>
            <a:r>
              <a:t>عبرت — The same morning is a conquest in one man's memory and a brother's grave in another's.</a:t>
            </a:r>
          </a:p>
          <a:p/>
          <a:p>
            <a:r>
              <a:t>MAP — تُسْتَر</a:t>
            </a:r>
          </a:p>
          <a:p/>
          <a:p>
            <a:r>
              <a:t>BACKGROUND (read at home, not aloud) —</a:t>
            </a:r>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WHEN, as the card gives it: the same morning as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⁨سیر⁩ itself says the better-known report has him dying at Medina. Give both, or give neither</a:t>
            </a:r>
          </a:p>
          <a:p/>
          <a:p>
            <a:r>
              <a:t>SAY —</a:t>
            </a:r>
          </a:p>
          <a:p>
            <a:r>
              <a:t>1. He was old — And he read the āya: go forth, light and heavy.</a:t>
            </a:r>
          </a:p>
          <a:p>
            <a:r>
              <a:t>2. He took it as addressed to him — Equip me.</a:t>
            </a:r>
          </a:p>
          <a:p>
            <a:r>
              <a:t>   ^ read the Arabic on the face here</a:t>
            </a:r>
          </a:p>
          <a:p>
            <a:r>
              <a:t>3. His sons tried to talk him out of it — He had fought under the Prophet ﷺ, Abū Bakr ؓ and ʿUmar ؓ.</a:t>
            </a:r>
          </a:p>
          <a:p>
            <a:r>
              <a:t>4. He refused — He went to sea, and died on the ship.</a:t>
            </a:r>
          </a:p>
          <a:p>
            <a:r>
              <a:t>5. What followed — They found no island to bury him on for seven days.</a:t>
            </a:r>
          </a:p>
          <a:p/>
          <a:p>
            <a:r>
              <a:t>QUOTE — اسْتَنْفَرَنَا اللهُ وَأَمَرَنَا، شُيُوْخَنَا وَشَبَابَنَا، جَهِّزُوْنِي.</a:t>
            </a:r>
          </a:p>
          <a:p>
            <a:r>
              <a:t>"Allah has called us out and commanded us — our old and our young. Equip me."</a:t>
            </a:r>
          </a:p>
          <a:p>
            <a:r>
              <a:t>— سیر أعلام النبلاء ج۲ ص۳۴</a:t>
            </a:r>
          </a:p>
          <a:p/>
          <a:p>
            <a:r>
              <a:t>عبرت — He would not let his sons carry an obligation he read as his own.</a:t>
            </a:r>
          </a:p>
          <a:p/>
          <a:p>
            <a:r>
              <a:t>⚠ (Delivery note: سیر itself says the better-known report has him dying at Medina, and lists 34, 32 and 51 as years. Tell the story; give no year.)</a:t>
            </a:r>
          </a:p>
          <a:p/>
          <a:p>
            <a:r>
              <a:t>MAP — Medina → the sea</a:t>
            </a:r>
          </a:p>
          <a:p/>
          <a:p>
            <a:r>
              <a:t>BACKGROUND (read at home, not aloud) —</a:t>
            </a:r>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 The people: أبو حذيفة ؓ and سالم ؓ</a:t>
            </a:r>
          </a:p>
          <a:p/>
          <a:p>
            <a:r>
              <a:t>*Source note: [`abu-hudhayfa-and-salim-mawla-abi-hudhayfa.md`](../docs/research/abu-hudhayfa-and-salim-mawla-abi-hudhayfa.md) — read it for the pages behind these cards.*</a:t>
            </a:r>
          </a:p>
          <a:p/>
          <a:p>
            <a:r>
              <a:t>WHEN, as the card gives it: the caliphate of عثمان ؓ (سیر ج2 ص28: عثمان ؓ prayed over him)</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one house. Here is the other one — and it begins in Mecca, with a man whose father was one of the great men of Quraysh, and with a slave who came from Persia.</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says all three things in one sentence and softens none of them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HANDS UP — Before it: "Who here has a relative who did not agree with the biggest decision they ever made?" — then leave the hands up for one beat and move on. Do not develop it.</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WHEN, as the card gives it: before دار الأرقم</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Abyssinia. ⚠ The party's composition is ⁨ابن کثیر⁩ reporting ⁨الواقدی⁩ — say "it is reported"</a:t>
            </a:r>
          </a:p>
          <a:p/>
          <a:p>
            <a:r>
              <a:t>SAY —</a:t>
            </a:r>
          </a:p>
          <a:p>
            <a:r>
              <a:t>1. The persecution in Mecca got past bearing — A small party left for Abyssinia.</a:t>
            </a:r>
          </a:p>
          <a:p>
            <a:r>
              <a:t>2. Why there — The Prophet ﷺ had said there was a king there under whom no one was wronged.</a:t>
            </a:r>
          </a:p>
          <a:p>
            <a:r>
              <a:t>3. Who went — Eleven men and four women, down to the sea.</a:t>
            </a:r>
          </a:p>
          <a:p>
            <a:r>
              <a:t>4. The ship — Hired for half a dinar.</a:t>
            </a:r>
          </a:p>
          <a:p>
            <a:r>
              <a:t>   ^ read the Arabic on the face here</a:t>
            </a:r>
          </a:p>
          <a:p>
            <a:r>
              <a:t>5. Who was on it — ʿUthmān ؓ and Ruqayya ؓ; and Abū Ḥudhayfa ؓ with his wife Sahla ؓ.</a:t>
            </a:r>
          </a:p>
          <a:p/>
          <a:p>
            <a:r>
              <a:t>QUOTE — فاستأجروا سفينةً بنصف دينار إلى الحبشة، وهم عثمان بن عفان، وامرأته رُقَيَّة بنت رسول الله ﷺ، وأبو حُذيفة بن عتبة، وامرأته سهلة بنت سُهيل</a:t>
            </a:r>
          </a:p>
          <a:p>
            <a:r>
              <a:t>"So they hired a ship for half a dinar to Abyssinia. They were: ʿUthmān b. ʿAffān and his wife Ruqayya, daughter of the Messenger of Allah ﷺ; and Abū Ḥudhayfa b. ʿUtba and his wife Sahla bt. Suhayl…"</a:t>
            </a:r>
          </a:p>
          <a:p>
            <a:r>
              <a:t>— البدایہ والنہایہ ج۳ ص۲۸۱</a:t>
            </a:r>
          </a:p>
          <a:p/>
          <a:p>
            <a:r>
              <a:t>عبرت — The first thing this ummah did when it could not stay was to pool a fare and leave together.</a:t>
            </a:r>
          </a:p>
          <a:p/>
          <a:p>
            <a:r>
              <a:t>MAP — Mecca → the Red Sea coast → **Abyssinia**. The first arrow that ever leaves Arabia.</a:t>
            </a:r>
          </a:p>
          <a:p/>
          <a:p>
            <a:r>
              <a:t>BACKGROUND (read at home, not aloud) —</a:t>
            </a:r>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WHEN, as the card gives it: 5 years after the beginning of revelation (البدایہ ج3 ص281, ابن کثیر reporting الواقدی)</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optional: "where do you think the man who led the Muhājirūn in prayer came from?" — then the answer</a:t>
            </a:r>
          </a:p>
          <a:p/>
          <a:p>
            <a:r>
              <a:t>SAY —</a:t>
            </a:r>
          </a:p>
          <a:p>
            <a:r>
              <a:t>1. He was a slave — His origin was Iṣṭakhr, in Persia.</a:t>
            </a:r>
          </a:p>
          <a:p>
            <a:r>
              <a:t>2. The household freed him — And Abū Ḥudhayfa ؓ took him as his own.</a:t>
            </a:r>
          </a:p>
          <a:p>
            <a:r>
              <a:t>3. How al-Dhahabī رحمہ اللہ opens his notice — Four descriptions in a row.</a:t>
            </a:r>
          </a:p>
          <a:p>
            <a:r>
              <a:t>   ^ read the Arabic on the face here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a:p/>
          <a:p>
            <a:r>
              <a:t>HANDS UP — Before it: "Where do you think the man who led the Muhājirūn in prayer came from?"</a:t>
            </a:r>
          </a:p>
          <a:p/>
          <a:p>
            <a:r>
              <a:t>MAP — a faint line from **إصطخر** (Fārs) to **المدینہ** — the only line on the map that comes *into* Arabia.</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WHEN, as the card gives it: before the hijra</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 freed slave leads, because he carried the most Qurʾān — and ʿUmar ؓ is praying behind him</a:t>
            </a:r>
          </a:p>
          <a:p/>
          <a:p>
            <a:r>
              <a:t>SAY —</a:t>
            </a:r>
          </a:p>
          <a:p>
            <a:r>
              <a:t>1. The Muhājirūn reach Medina before the Prophet ﷺ does — They camp at al-ʿUṣba, beside Qubāʾ.</a:t>
            </a:r>
          </a:p>
          <a:p>
            <a:r>
              <a:t>2. Someone has to lead the prayer — They put forward a freed slave.</a:t>
            </a:r>
          </a:p>
          <a:p>
            <a:r>
              <a:t>3. Why him — Because he carried more of the Qurʾān than any of them.</a:t>
            </a:r>
          </a:p>
          <a:p>
            <a:r>
              <a:t>   ^ read the Arabic on the face here</a:t>
            </a:r>
          </a:p>
          <a:p>
            <a:r>
              <a:t>4.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MAP — **قُباء**, just outside Medina — the first pin on the Medina inset.</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WHEN, as the card gives it: before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Narrate, do not dwell. The father and the brother on one side, the son on the other. No comment is added; the next card is the comment</a:t>
            </a:r>
          </a:p>
          <a:p/>
          <a:p>
            <a:r>
              <a:t>SAY —</a:t>
            </a:r>
          </a:p>
          <a:p>
            <a:r>
              <a:t>1. Badr opens with single combat — Quraysh call for their equals to come out.</a:t>
            </a:r>
          </a:p>
          <a:p>
            <a:r>
              <a:t>2. Whom the Prophet ﷺ sent — ʿUbayda b. al-Ḥārith ؓ, Ḥamza ؓ and ʿAlī ؓ.</a:t>
            </a:r>
          </a:p>
          <a:p>
            <a:r>
              <a:t>3. Who came out against them — ʿUtba b. Rabīʿa, his brother Shayba, and ʿUtba's son al-Walīd.</a:t>
            </a:r>
          </a:p>
          <a:p>
            <a:r>
              <a:t>4. All three of the Meccans were killed — And Abū Ḥudhayfa ؓ was standing with the Muslims.</a:t>
            </a:r>
          </a:p>
          <a:p>
            <a:r>
              <a:t>   ^ read the Arabic on the face here</a:t>
            </a:r>
          </a:p>
          <a:p>
            <a:r>
              <a:t>5. What that is — His father and his brother on one side, and himself on the other.</a:t>
            </a:r>
          </a:p>
          <a:p/>
          <a:p>
            <a:r>
              <a:t>QUOTE — فبارز عبيدة، وكان أسنّ القوم، عتبة، وبارز حمزة شيبة، وبارز عليٌّ الوليد بن عتبة</a:t>
            </a:r>
          </a:p>
          <a:p>
            <a:r>
              <a:t>"ʿUbayda — and he was the oldest of them — faced ʿUtba; Ḥamza faced Shayba; and ʿAlī faced al-Walīd b. ʿUtba."</a:t>
            </a:r>
          </a:p>
          <a:p>
            <a:r>
              <a:t>— البدایہ والنہایہ ج۴ ص۶۰</a:t>
            </a:r>
          </a:p>
          <a:p/>
          <a:p>
            <a:r>
              <a:t>عبرت — He was not asked to stop being his father's son. He was asked which side of the field to stand on, and he answered that question only.</a:t>
            </a:r>
          </a:p>
          <a:p/>
          <a:p>
            <a:r>
              <a:t>MAP — **بدر**, the first battle marker on the line.</a:t>
            </a:r>
          </a:p>
          <a:p/>
          <a:p>
            <a:r>
              <a:t>BACKGROUND (read at home, not aloud) —</a:t>
            </a:r>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WHEN, as the card gives it: 2 AH</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denial of grief. This card is why #76 is tellable at all</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WHEN, as the card gives it: 2 AH, after بدر</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It is about al-ʿAbbās ؓ at Badr. If it is told, it ends where the books end it: and he was killed a martyr at al-Yamāma</a:t>
            </a:r>
          </a:p>
          <a:p/>
          <a:p>
            <a:r>
              <a:t>SAY —</a:t>
            </a:r>
          </a:p>
          <a:p>
            <a:r>
              <a:t>1. Before the fighting at Badr — The Prophet ﷺ names men brought out against their will, not to be killed.</a:t>
            </a:r>
          </a:p>
          <a:p>
            <a:r>
              <a:t>2. Among them, his own uncle — al-ʿAbbās ؓ.</a:t>
            </a:r>
          </a:p>
          <a:p>
            <a:r>
              <a:t>3. What Abū Ḥudhayfa ؓ said out loud — Are we to kill our fathers and sons and brothers, and leave al-ʿAbbās?</a:t>
            </a:r>
          </a:p>
          <a:p>
            <a:r>
              <a:t>4. Word of it reached the Prophet ﷺ — And he never forgave himself for it.</a:t>
            </a:r>
          </a:p>
          <a:p>
            <a:r>
              <a:t>5. What he said afterwards — He would not stop fearing that word unless martyrdom wiped it away.</a:t>
            </a:r>
          </a:p>
          <a:p>
            <a:r>
              <a:t>   ^ read the Arabic on the face here</a:t>
            </a:r>
          </a:p>
          <a:p>
            <a:r>
              <a:t>6. Where three books end the sentence — And he was killed a martyr at al-Yamāma.</a:t>
            </a:r>
          </a:p>
          <a:p/>
          <a:p>
            <a:r>
              <a:t>QUOTE — ما أنا بآمنٍ من تلك الكلمة التي قُلتُ يومئذٍ، ولا أزالُ منها خائفًا إلّا أن تُكفّرها عنّي الشهادةُ، فقُتل يوم اليمامة شهيدًا</a:t>
            </a:r>
          </a:p>
          <a:p>
            <a:r>
              <a:t>"I am not safe from that word I said that day; I shall not stop fearing it unless martyrdom wipes it away from me. And he was killed a martyr on the day of al-Yamāma."</a:t>
            </a:r>
          </a:p>
          <a:p>
            <a:r>
              <a:t>— البدایہ والنہایہ ج۴ ص۷۷</a:t>
            </a:r>
          </a:p>
          <a:p/>
          <a:p>
            <a:r>
              <a:t>عبرت — He treated one sentence spoken in anger as a debt, and he carried it for ten years.</a:t>
            </a:r>
          </a:p>
          <a:p/>
          <a:p>
            <a:r>
              <a:t>⚠ **Discretion note.** The same page carries عمر ؓ's heated reply. **It is not to be read out, put on</a:t>
            </a:r>
          </a:p>
          <a:p>
            <a:r>
              <a:t>a slide, or volunteered.** Tell only Abū Ḥudhayfa's ؓ own words about himself. See §3.2.</a:t>
            </a:r>
          </a:p>
          <a:p/>
          <a:p>
            <a:r>
              <a:t>BACKGROUND (read at home, not aloud) —</a:t>
            </a:r>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WHEN, as the card gives it: 2 AH, and answered 12 AH</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Stay on what the card says: the law changed, and the household kept him by every other means. Do not open the fiqh</a:t>
            </a:r>
          </a:p>
          <a:p/>
          <a:p>
            <a:r>
              <a:t>SAY —</a:t>
            </a:r>
          </a:p>
          <a:p>
            <a:r>
              <a:t>1. He had adopted him — And married him to his own niece Fāṭima, daughter of the brother killed at Badr.</a:t>
            </a:r>
          </a:p>
          <a:p>
            <a:r>
              <a:t>2. Then the āya came down — Call them by their fathers.</a:t>
            </a:r>
          </a:p>
          <a:p>
            <a:r>
              <a:t>   ^ read the Arabic on the face here</a:t>
            </a:r>
          </a:p>
          <a:p>
            <a:r>
              <a:t>3. What changed in law — Adoption was no longer a legal fact, and he was no longer a son of the house.</a:t>
            </a:r>
          </a:p>
          <a:p>
            <a:r>
              <a:t>4. What the household did — It did not put him out; it kept him by every other means it had.</a:t>
            </a:r>
          </a:p>
          <a:p/>
          <a:p>
            <a:r>
              <a:t>QUOTE — وقد تَبنّاهُ أبو حُذَيْفة وزوَّجَهُ بابنةِ أخيه فاطمة بنت الوليد بن عُتْبة، فلما أنزل الله ﴿ادْعُوهُمْ لِآبَائِهِمْ﴾</a:t>
            </a:r>
          </a:p>
          <a:p>
            <a:r>
              <a:t>"Abū Ḥudhayfa had adopted him and married him to his brother's daughter, Fāṭima bt. al-Walīd b. ʿUtba. Then Allah sent down: ﴾Call them by their fathers﴿."</a:t>
            </a:r>
          </a:p>
          <a:p>
            <a:r>
              <a:t>— البدایہ والنہایہ ج۷ ص۵۰</a:t>
            </a:r>
          </a:p>
          <a:p/>
          <a:p>
            <a:r>
              <a:t>عبرت — A ruling changed what he could be called, and it did not change what the household did for him.</a:t>
            </a:r>
          </a:p>
          <a:p/>
          <a:p>
            <a:r>
              <a:t>⚠ **Discretion note.** The same page continues into the رضاعة report, which is a live فقہی</a:t>
            </a:r>
          </a:p>
          <a:p>
            <a:r>
              <a:t>question. **Do not go past the verse.** If a written slip asks, use §6.3 and stop: it is in صحیح</a:t>
            </a:r>
          </a:p>
          <a:p>
            <a:r>
              <a:t>مسلم; the Prophet's ﷺ wives held it a dispensation for Sālim ؓ in particular; الذہبی records the</a:t>
            </a:r>
          </a:p>
          <a:p>
            <a:r>
              <a:t>majority of the scholars taking it that way; the ruling is a matter for the فقہاء.</a:t>
            </a:r>
          </a:p>
          <a:p/>
          <a:p>
            <a:r>
              <a:t>BACKGROUND (read at home, not aloud) —</a:t>
            </a:r>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WHEN, as the card gives it: Medina, after الأحزاب 5 was revealed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marks the chain good — say so, it is a "how do we know?" beat. End the part here: it is the best last line in it</a:t>
            </a:r>
          </a:p>
          <a:p/>
          <a:p>
            <a:r>
              <a:t>SAY —</a:t>
            </a:r>
          </a:p>
          <a:p>
            <a:r>
              <a:t>1. ʿĀʾisha ؓ comes in late — The Prophet ﷺ asks what kept her.</a:t>
            </a:r>
          </a:p>
          <a:p>
            <a:r>
              <a:t>2. What she said — A voice reciting in the mosque, finer than any she had heard.</a:t>
            </a:r>
          </a:p>
          <a:p>
            <a:r>
              <a:t>3. What he did — He took his cloak and went out to listen.</a:t>
            </a:r>
          </a:p>
          <a:p>
            <a:r>
              <a:t>   ^ read the Arabic on the face here</a:t>
            </a:r>
          </a:p>
          <a:p>
            <a:r>
              <a:t>4. Who it was — Sālim ؓ, the freedman of Abū Ḥudhayfa ؓ.</a:t>
            </a:r>
          </a:p>
          <a:p>
            <a:r>
              <a:t>5. The chain — al-Dhahabī رحمہ اللہ records it and marks it good.</a:t>
            </a:r>
          </a:p>
          <a:p/>
          <a:p>
            <a:r>
              <a:t>QUOTE — فَأَخَذَ رِدَاءهُ، وَخَرَجَ يَسْمَعُهُ، فَإِذَا هُوَ سَالِمٌ مَوْلَى أَبِي حُذَيْفَةَ. فَقَالَ: (الحَمْدُ لِلِّهِ الَّذِي جَعَلَ فِي أُمَّتِي مِثْلَكَ)</a:t>
            </a:r>
          </a:p>
          <a:p>
            <a:r>
              <a:t>"So he took his cloak and went out to listen to him — and it was Sālim, the freedman of Abū Ḥudhayfa. And he said: 'Praise be to Allah, who has put the like of you in my ummah.'"</a:t>
            </a:r>
          </a:p>
          <a:p>
            <a:r>
              <a:t>— سیر أعلام النبلاء ج۱ ص۱۶۸</a:t>
            </a:r>
          </a:p>
          <a:p/>
          <a:p>
            <a:r>
              <a:t>عبرت — He was praised for what he carried, and the praise is recorded in the words the Prophet ﷺ used.</a:t>
            </a:r>
          </a:p>
          <a:p/>
          <a:p>
            <a:r>
              <a:t>BACKGROUND (read at home, not aloud) —</a:t>
            </a:r>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WHEN, as the card gives it: Medina — الذہبی: «إسناده جيد»</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man whose shroud the room saw at #26. The three things he was told — live praised, killed a martyr, enter the Garden — and the room has already watched the second happen</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 The verse-and-house incident is in صحيح مسلم ١١٩ and صحيح البخاري ٣٦١٣ (سیر ed. fn., ج۱ ص۳۱۰ and ج۱ ص۳۱۱); البدایہ ج۷ ص۴۸ carries both this and the earlier لقمان ۱۸ incident in sequence.</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a:p/>
          <a:p>
            <a:r>
              <a:t>WHEN, as the card gives it: المدینہ, after the revelation of الحجرات</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2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2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garden, the end of Musaylima, the terms at the forts,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had been deceived into the agreement and he kept it anyway, because the agreement had already been made.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last claimant is dead and the north is closed. But the men who carried the Qurʾān did not all come back — and next week begins with what that cost.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e.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The house of Umm Sulaym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these men came from</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We have closed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evening's story ended at Medina, with the order to gather the Qurʾān</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follows is older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Mecca, Uḥud, Biʾr Maʿūna, Ḥunayn — years before tonight</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held the line at ʿAqrabāʾ came out of these houses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soon after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خدمته صلى الله عليه وسلم عشر سنين، فوالله ما قال لي: أف قط</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﴿مِنَ الْمُؤْمِنِينَ رِجَالٌ صَدَقُوا مَا عَاهَدُوا اللَّهَ عَلَيْهِ﴾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تُشْرِفْ، لاَ يُصِيْبُكَ سَهْمٌ، نَحْرِي دُوْنَ نَحْرِكَ.</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look out, lest an arrow strike you. My throat before your throat.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 أَكْبَرُ، فُزْتُ وَرَبِّ الكَعْبَةِ.</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255</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he came to that house</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إِنِّي أَرْحَمُهَا، قُتِلَ … أَخُوْهَا مَعِي</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306–307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 أَحَبَّ أَمْوَالِي إِلَيَّ بَيْرُحَاءُ، وَإِنَّهَا صَدَقَةٌ للهِ … فَقَالَ: (بَخٍ! ذَلِكَ مَالٌ رَابِحٌ</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 He said: 'Bakhkh! That is profitable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Ḥunayn, 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عُرِضَ عَلَيَّ نَاسٌ مِنْ أُمَّتِي يَرْكَبُوْنَ ظَهْرَ هَذَا البَحْرِ كَالمُلُوْكِ … عَلَى الأَسِرَّةِ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 upon thrones.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316–317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the same morning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صلوا الصبح إلا بعد طلوع الشمس فما أحب أن لي بتلك الصلاة حمرَ النعم.</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did not pray Ṣubḥ until after sunrise — and I would not wish red camels in exchange for that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ʿUthmān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Abū Ḥudhayfa ؓ and Sālim ؓ, before the field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second house</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one house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Umm Sulaym's ؓ — Anas ؓ, al-Barāʾ ؓ, and Abū Ṭalḥa ؓ</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This is another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of Persia</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they end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Both of them on the field you have already seen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فاستأجروا سفينةً بنصف دينار إلى الحبشة … وأبو حُذيفة بن عتبة، وامرأته سهلة بنت سُهيل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 and Abū Ḥudhayfa b. ʿUtba and his wife Sahla bt. Suhayl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312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feared for ten years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ولا أزالُ منها خائفًا إلّا أن تُكفّرها عنّي الشهادةُ، فقُتل يوم اليمامة شهيدًا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shall not stop fearing it unless martyrdom wipes it away from me. And he was killed a martyr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تَبنّاهُ أبو حُذَيْفة وزوَّجَهُ بابنةِ أخيه … فلما أنزل الله ﴿ادْعُوهُمْ لِآبَائِهِمْ﴾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 Then Allah sent down: ﴾Call them by their fathers﴿.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took his cloak and went out to listen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فَإِذَا هُوَ سَالِمٌ مَوْلَى أَبِي حُذَيْفَةَ … (الحَمْدُ لِلِّهِ الَّذِي جَعَلَ فِي أُمَّتِي مِثْلَكَ)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was Sālim, the freedman of Abū Ḥudhayfa … 'Praise be to Allah, who has put the like of you in my ummah.'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Thābit b. Qays ؓ, before al-Yamāma</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