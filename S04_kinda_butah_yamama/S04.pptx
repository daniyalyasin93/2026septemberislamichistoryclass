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or paste evening 3's STOP B Line slide from S03.pptx, unchanged (DECISIONS.md #23).</a:t>
            </a:r>
          </a:p>
          <a:p>
            <a:r>
              <a:t>Say: while all of that was happening in the south, the northern war had never stopped. Tonight we go back to Khālid ؓ, who we last saw at Buzākha — and at the end of the evening we come back south, to the one province still grey on your map.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tools/mapstudio/scenes/s04-00-where-we-stopped.json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WHEN, as the card gives it: **آخر سنة عشر** `[SOURCED]`</a:t>
            </a:r>
          </a:p>
          <a:p/>
          <a:p>
            <a:r>
              <a:t>SAY —</a:t>
            </a:r>
          </a:p>
          <a:p>
            <a:r>
              <a:t>1. A letter comes from al-Yamāma — Addressed from one messenger of Allah to another.</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#34</a:t>
            </a:r>
          </a:p>
          <a:p/>
          <a:p>
            <a:r>
              <a:t>WHEN, as the card gives it: in the Prophet's ﷺ lifetime `[SOURCED]` — **صحيح البخاري ٤٣٧٣**</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dies at al-Yamāma, against this same claimant.</a:t>
            </a:r>
          </a:p>
          <a:p/>
          <a:p>
            <a:r>
              <a:t>QUOTE — لو سألتني هذه القطعة ما أعطيتكها، ولن تعدوَ أمرَ اللهِ فيك، ولئن أدبرتَ ليعقرنَّك اللهُ</a:t>
            </a:r>
          </a:p>
          <a:p>
            <a:r>
              <a:t>— البدایہ والنہایہ ج۵ ص۲۱ — **صحيح البخاري ٤٣٧٣**, via</a:t>
            </a:r>
          </a:p>
          <a:p/>
          <a:p>
            <a:r>
              <a:t>عبرت — The claim was refused while it was still only a request, years before it had to be fought.</a:t>
            </a:r>
          </a:p>
          <a:p/>
          <a:p>
            <a:r>
              <a:t>HANDS UP — no **Cross-reference:** the Companion standing beside the Prophet ﷺ in this scene, **ثابت بن قيس بن شماس ؓ**, is the man killed carrying the banner of the Anṣār at اليمامة against this same claimant (ج۷ ص۳۳–۳۴) — carded in `ridda-campaign-the-conduct-of-the-wars.md`. If both cards are used, put this one first and let the room make the connection.</a:t>
            </a:r>
          </a:p>
          <a:p/>
          <a:p>
            <a:r>
              <a:t>MAP — n/a.</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WHEN, as the card gives it: ۱۱ھ–۱۲ھ, اليمامة `[SOURCED]`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And was killed with him at ʿAqrabāʾ.</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HANDS UP — no **Note:** the clause that follows on the page carries Ibn Kathīr's own imprecation against the man; the quotation stands complete without it. This is the most efficient sentence in the whole strand — the tribal principle stated by a man who admits the religious claim is false.</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tools/mapstudio/scenes/s04-01-sajah.json in tools/mapstudio/index.html, export step(s) 1–3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#10 picks up</a:t>
            </a:r>
          </a:p>
          <a:p/>
          <a:p>
            <a:r>
              <a:t>WHEN, as the card gives it: ۱۱ھ `[SOURCED]`</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HANDS UP — no **Also on the page** — a verse said about it by ʿUṭārid b. Ḥājib, one of the men who had answered her: «**أمستْ نَبيَّتُنا أُنثَى نُطيفُ بها … وأصبحَتْ أنبياءُ النَّاس ذُكرانا**» — *"our prophetess has become a woman we circle around, while the prophets of other people are men."*</a:t>
            </a:r>
          </a:p>
          <a:p/>
          <a:p>
            <a:r>
              <a:t>MAP — An arrow from **الجزيرة** in the far north, down into نجد, on to **اليمامة**, and then back north again. **It never reaches Medina.**</a:t>
            </a:r>
          </a:p>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End on her Islam in ʿUmar's ؓ days</a:t>
            </a:r>
          </a:p>
          <a:p/>
          <a:p>
            <a:r>
              <a:t>WHEN, as the card gives it: ۱۱ھ, at اليمامة, and afterwards `[SOURCED]`</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dowry he paid — The remission of two of the five prayers: the dawn and the night prayer.</a:t>
            </a:r>
          </a:p>
          <a:p>
            <a:r>
              <a:t>4. What that tells you — That is what one claim to prophethood was worth to the other.</a:t>
            </a:r>
          </a:p>
          <a:p>
            <a:r>
              <a:t>5. She went home — Back north to al-Jazīra, and stayed among Banū Taghlib until Muʿāwiya's time.</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HANDS UP — no **And afterwards — البدایہ ج۵ ص۲۴** (https://shamela.ws/book/30097/2208), Ibn Kathīr quoting السهيلي: «**وقد أسْلَمَتْ هي أيضًا أيام عُمَرَ بن الخطاب، فحسن إسلامُها**» — *"and she too became Muslim in the days of ʿUmar b. al-Khaṭṭāb, and her Islam was good."* **End the card here**, not on the withdrawal — the note flags this as the resolution the room should be given.</a:t>
            </a:r>
          </a:p>
          <a:p/>
          <a:p>
            <a:r>
              <a:t>MAP — her arrow reaches **اليمامة**, turns, and goes back north to **الجزيرة**.</a:t>
            </a:r>
          </a:p>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tools/mapstudio/scenes/s04-02-al-yamama-before.json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WHEN, as the card gives it: ۱۱ھ, before Khālid ؓ arrived `[SOURCED]`</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 **Also on the page:**</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tools/mapstudio/scenes/s04-03-buzakha-to-al-butah.json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WHEN, as the card gives it: ۱۱ھ `[SOURCED]`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HANDS UP — no **Also on the page:**</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WHEN, as the card gives it: ۱۱ھ `[SOURCED]`</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HANDS UP — no **Also on the page:** الکامل ج۲ ص۲۱۲ says the same of him in three words — «قَدْ تَرَدَّدَ عَلَيْهِ أَمْرُهُ», his affair had gone back and forth on him.</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WHEN, as the card gives it: ۱۱ھ `[SOURCED]`</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episode painful. State it, and build nothing on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at beat 2</a:t>
            </a:r>
          </a:p>
          <a:p/>
          <a:p>
            <a:r>
              <a:t>WHEN, as the card gives it: ۱۱ھ `[SOURCED]`</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 **His تراجم notice, for the one breath:**</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WHEN, as the card gives it: ۱۱ھ `[SOURCED, the books disagree]`</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Ḍirār b. al-Azwar killed Mālik ؓ.</a:t>
            </a:r>
          </a:p>
          <a:p>
            <a:r>
              <a:t>4. Ibn al-Athīr's explanation — In the dialect of Kināna that phrase means killing; only warmth was meant.</a:t>
            </a:r>
          </a:p>
          <a:p>
            <a:r>
              <a:t>   ^ read the Arabic on the face here</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HANDS UP — no — **and take no questions on it from the floor.** **Also on the page:**</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tools/mapstudio/scenes/s04-04-back-to-medina.json in tools/mapstudio/index.html, export step(s) 1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WHEN, as the card gives it: ۱۱ھ `[SOURCED]`</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HANDS UP — no **Also on the page:** الکامل ج۲ ص۲۱۳ has ʿUmar's ؓ words as «قَتَلْتَ امْرَأً مُسْلِمًا، ثُمَّ نَزَوْتَ عَلَى امْرَأَتِهِ، وَاللَّهِ لَأَرْجُمَنَّكَ بِأَحْجَارِكَ» — *"I will stone you with your own stones"* (https://shamela.ws/book/21712/904).</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"He has heard the objection. What does he do with the commander?"</a:t>
            </a:r>
          </a:p>
          <a:p/>
          <a:p>
            <a:r>
              <a:t>WHEN, as the card gives it: ۱۱ھ `[SOURCED]`</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HANDS UP — Before the answer: *"He has heard the objection. What do you think he does with the commander?"* **Also on the page:**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episode. Banū Jadhīma, in the Prophet's ﷺ own hand</a:t>
            </a:r>
          </a:p>
          <a:p/>
          <a:p>
            <a:r>
              <a:t>WHEN, as the card gives it: the historian's own comment `[SOURCED]`</a:t>
            </a:r>
          </a:p>
          <a:p/>
          <a:p>
            <a:r>
              <a:t>SAY —</a:t>
            </a:r>
          </a:p>
          <a:p>
            <a:r>
              <a:t>1. The historian writes his own verdict — And it is the safest sentence available on the whole episode.</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HANDS UP — no **Also on the page:**</a:t>
            </a:r>
          </a:p>
          <a:p/>
          <a:p>
            <a:r>
              <a:t>MAP — No map. This is the evening's one large-statement slide.</a:t>
            </a:r>
          </a:p>
          <a:p/>
          <a:p>
            <a:r>
              <a:t>BACKGROUND (read at home, not aloud) —</a:t>
            </a:r>
          </a:p>
          <a:p>
            <a:r>
              <a:t>Ibn Kathīr writes his own sentence over the whole episode,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#36's, and next week's</a:t>
            </a:r>
          </a:p>
          <a:p/>
          <a:p>
            <a:r>
              <a:t>WHEN, as the card gives it: ۱۳ھ onwards, in ʿUmar's ؓ caliphate `[SOURCED]`</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tools/mapstudio/scenes/s04-05-medina-to-al-yamama.json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WHEN, as the card gives it: ۱۱ھ `[SOURCED]`</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HANDS UP — no **Also on the page:**</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tools/mapstudio/scenes/s04-06-two-commanders.json in tools/mapstudio/index.html, export step(s) 1–3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a:t>
            </a:r>
          </a:p>
          <a:p/>
          <a:p>
            <a:r>
              <a:t>WHEN, as the card gives it: ۱۱ھ, at اليمامة `[SOURCED]`</a:t>
            </a:r>
          </a:p>
          <a:p/>
          <a:p>
            <a:r>
              <a:t>SAY —</a:t>
            </a:r>
          </a:p>
          <a:p>
            <a:r>
              <a:t>1. Two commanders sent ahead — ʿIkrima ؓ had the banner for Musaylima; Shuraḥbīl ؓ was sent behind him.</a:t>
            </a:r>
          </a:p>
          <a:p>
            <a:r>
              <a:t>2. He attacked before the second came up — To carry off the fame of it alone.</a:t>
            </a:r>
          </a:p>
          <a:p>
            <a:r>
              <a:t>3. And was beaten — The first Muslim force to reach al-Yamāma was thrown back.</a:t>
            </a:r>
          </a:p>
          <a:p>
            <a:r>
              <a:t>4. He reported it and waited for recall — What came back was not a recall.</a:t>
            </a:r>
          </a:p>
          <a:p>
            <a:r>
              <a:t>5. "Do not come back and weaken the people" — Go on to Oman, then Mahra, then keep marching.</a:t>
            </a:r>
          </a:p>
          <a:p>
            <a:r>
              <a:t>   ^ read the Arabic on the face here</a:t>
            </a:r>
          </a:p>
          <a:p>
            <a:r>
              <a:t>6.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takes the rest of the evening to finish.**</a:t>
            </a:r>
          </a:p>
          <a:p/>
          <a:p>
            <a:r>
              <a:t>BACKGROUND (read at home, not aloud) —</a:t>
            </a:r>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WHEN, as the card gives it: ۱۱ھ, at اليمامة `[SOURCED]`</a:t>
            </a:r>
          </a:p>
          <a:p/>
          <a:p>
            <a:r>
              <a:t>SAY —</a:t>
            </a:r>
          </a:p>
          <a:p>
            <a:r>
              <a:t>1. His orders were to wait — Stay until Khālid ؓ comes up, and afterwards go and help ʿAmr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main battle was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HANDS UP — no **Also on the page:** البدایہ ج۷ ص۳۳ puts him at the head of the army days later — «وقد جعل على المقدمة شرحبيل بن حسنة» (https://shamela.ws/book/30097/3179).</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tools/mapstudio/scenes/s04-07-aqraba.json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WHEN, as the card gives it: ۱۱ھ→۱۲ھ `[SOURCED]`</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the battle went to the finish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It worked, and it cost more lives than any other day of the war.</a:t>
            </a:r>
          </a:p>
          <a:p/>
          <a:p>
            <a:r>
              <a:t>HANDS UP — Before beat 5: *"Why would a commander put his own villages behind his army?"* **Also on the page:** «لأنهم نحو أربعين ألفًا من المقاتلةِ» (البدایہ ج۷ ص۳۲ · https://shamela.ws/book/30097/3178); الکامل ج۲ ص۲۱۵ gives the same count, and الکامل ج۲ ص۲۱۶ has «وَتَرَكَ مُسَيْلِمَةُ الْأَمْوَالَ وَرَاءَ ظَهْرِهِ» (https://shamela.ws/book/21712/907).</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WHEN, as the card gives it: ۱۱ھ→۱۲ھ `[SOURCED]`</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HANDS UP — no **Also on the page:** the numbers differ — البدایہ ج۷ ص۳۳ «نحو من أربعين وقيل ستين فارسًا»; الکامل ج۲ ص۲۱۶ «مَا بَيْنَ أَرْبَعِينَ إِلَى سِتِّينَ»; سیر (الراشدون) ص۴۳ says twenty-three. **Say "forty to sixty riders" and do not fix a number.**</a:t>
            </a:r>
          </a:p>
          <a:p/>
          <a:p>
            <a:r>
              <a:t>MAP — Khālid's ؓ arrow runs from البُطاح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WHEN, as the card gives it: ۱۱ھ→۱۲ھ, at عَقْرَباء `[SOURCED, the books disagree]`</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HANDS UP — no **Also on the page:** «وقد جعل على المقدمة شرحبيل بن حسنة، وعلى المَجْنبتين زيدًا وأبا حذيفة» (البدایہ ج۷ ص۳۳ · https://shamela.ws/book/30097/3179). الکامل ج۲ ص۲۱۵–۲۱۶ and سیر ج۱ ص۲۹۸ give the two other arrangements — **do not print a banner diagram** (§6.3).</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WHEN, as the card gives it: ۱۱ھ→۱۲ھ, at عَقْرَباء `[SOURCED, the attribution is disputed]`</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HANDS UP — no **Also on the page:** الکامل ج۲ ص۲۱۶ attributes the same words to شرحبيل بن مسيلمة (https://shamela.ws/book/21712/907); سیر (الراشدون) ص۴۷ to شرحبيل بن سلمة (https://shamela.ws/book/10906/1195).</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WHEN, as the card gives it: ۱۱ھ→۱۲ھ, at عَقْرَباء `[SOURCED]`</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HANDS UP — no **The mirror, from سیر:** «فَقَالَتْ أُمُّ تَمِيمٍ: وَاللَّهِ لَا يُقْتَلُ، وَأَجَارَتْهُ» — سیر أعلام النبلاء (سير الخلفاء الراشدين) ص۴۷ · https://shamela.ws/book/10906/1195.</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WHEN, as the card gives it: ۱۱ھ→۱۲ھ, at عَقْرَباء `[SOURCED]`</a:t>
            </a:r>
          </a:p>
          <a:p/>
          <a:p>
            <a:r>
              <a:t>SAY —</a:t>
            </a:r>
          </a:p>
          <a:p>
            <a:r>
              <a:t>1. Killed in the rout — Zayd b. al-Khaṭṭāb ؓ killed a man named al-Rajjāl b. ʿUnfuwa.</a:t>
            </a:r>
          </a:p>
          <a:p>
            <a:r>
              <a:t>2. Who he was — He had come to the Prophet ﷺ and had recited the Qurʾān.</a:t>
            </a:r>
          </a:p>
          <a:p>
            <a:r>
              <a:t>3. What he was sent to do — Abū Bakr ؓ sent him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 **Also on the page:** «وقد قُتل الرَّجَّالُ بن عنفوة … في هذه الجولة، قتله زيدُ بن الخطاب» and «فكانت فتنةُ الرجَّال أَعظمَ من فتنة مسيلمة» — البدایہ ج۷ ص۳۳ · https://shamela.ws/book/30097/3179.</a:t>
            </a:r>
          </a:p>
          <a:p/>
          <a:p>
            <a:r>
              <a:t>MAP — No movement. Hold on the broken line.</a:t>
            </a:r>
          </a:p>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Abū Bakr ؓ had sent him to al-Yamāma precisely to hold the people to Islam.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WHEN, as the card gives it: ۱۱ھ→۱۲ھ, at عَقْرَباء `[SOURCED]`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HANDS UP — no **Also on the page:** «ونادَوْا من كل جانب: أخلصنا يا خالد» — *"and they called from every side: set us clear, Khālid!"* (البدایہ ج۷ ص۳۳ · https://shamela.ws/book/30097/3179).</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WHEN, as the card gives it: ۱۱ھ→۱۲ھ, at عَقْرَباء `[SOURCED]`</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HANDS UP — no **His تراجم notice, for the one breath:**</a:t>
            </a:r>
          </a:p>
          <a:p/>
          <a:p>
            <a:r>
              <a:t>MAP — No movement. Hold the map still on عَقْرَباء for this card.</a:t>
            </a:r>
          </a:p>
          <a:p/>
          <a:p>
            <a:r>
              <a:t>BACKGROUND (read at home, not aloud) —</a:t>
            </a:r>
          </a:p>
          <a:p>
            <a:r>
              <a:t>Thābit b. Qays b. Shammās ؓ was the orator of the Anṣār — of the Khazraj, brother by his mother to ʿAbdallāh b. Rawāḥa ؓ; not at Badr, and at Uḥud and at Bayʿat al-Riḍwān.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WHEN, as the card gives it: ۱۱ھ→۱۲ھ, at عَقْرَباء `[SOURCED]`</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HANDS UP — no **Also in the books:** سیر ج۱ ص۱۶۸ — the Prophet ﷺ went out at night to the voice and found it was Sālim ؓ, and said «الحَمْدُ لِلِّهِ الَّذِي جَعَلَ فِي أُمَّتِي مِثْلَكَ»; al-Dhahabī grades the chain «إسناده جيد». Use one sentence of this, not the whole notice.</a:t>
            </a:r>
          </a:p>
          <a:p/>
          <a:p>
            <a:r>
              <a:t>MAP — No movement. The Muhājirūn's banner, held.</a:t>
            </a:r>
          </a:p>
          <a:p/>
          <a:p>
            <a:r>
              <a:t>BACKGROUND (read at home, not aloud) —</a:t>
            </a:r>
          </a:p>
          <a:p>
            <a:r>
              <a:t>The Muhājirūn asked the man holding their banner whether he was afraid the line would be broken from his side. Sālim,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His grief is , evening 5</a:t>
            </a:r>
          </a:p>
          <a:p/>
          <a:p>
            <a:r>
              <a:t>WHEN, as the card gives it: ۱۱ھ→۱۲ھ, at عَقْرَباء `[SOURCED]`</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HANDS UP — no **Also on the page:** الکامل ج۲ ص۲۱۷ adds «لَا نَحُورُ بَعْدَ الرِّجَالِ» and «غُضُّوا أَبْصَارَكُمْ» (https://shamela.ws/book/21712/908). ʿUmar's ؓ grief for him is carried by the people strand (`zayd-ibn-al-khattab-and-the-dead-of-yamama.md`), and by `RCT/E-RC23`.</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WHEN, as the card gives it: ۱۱ھ→۱۲ھ, at عَقْرَباء `[SOURCED]`</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watchword that day: «⁨يا محمداه⁩»</a:t>
            </a:r>
          </a:p>
          <a:p/>
          <a:p>
            <a:r>
              <a:t>WHEN, as the card gives it: ۱۱ھ→۱۲ھ, at عَقْرَباء `[SOURCED]`</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HANDS UP — no **Also on the page:** «ثم اقترب من مسيلمة، فعرض عليه النَّصَفَ والرجوع إلى الحق» — *"then he drew near Musaylima and offered him fair terms and a return to the truth"* (البدایہ ج۷ ص۳۴ · https://shamela.ws/book/30097/3180).</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tools/mapstudio/scenes/s04-07-aqraba.json in tools/mapstudio/index.html, export step(s) 3–4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a:t>
            </a:r>
          </a:p>
          <a:p/>
          <a:p>
            <a:r>
              <a:t>WHEN, as the card gives it: ۱۱ھ→۱۲ھ, at عَقْرَباء `[SOURCED]`</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It never settled who fought hardest; only who died.</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 **Also on the page:** ⚠ Ibn al-Athīr adds, on the same page, that it did not settle who fought hardest — only that the dead were more numerous among the Muhājirūn, the Anṣār and the townsmen than among the bedouin: «وَلَمْ يُدْرَ أَيُّ الْفَرِيقَيْنِ كَانَ أَعْظَمَ نِكَايَةً». And البدایہ ج۷ ص۳۴ gives the same order in narrative — «وقد ميز خالد المهاجرين من الأنصار من الأعراب، وكل بني أبٍ على رايتهم، يقاتلون تحتها، حتى يعرفَ الناسُ من أين يُؤْتون» (https://shamela.ws/book/30097/3180).</a:t>
            </a:r>
          </a:p>
          <a:p/>
          <a:p>
            <a:r>
              <a:t>MAP — The blue block at عَقْرَباء splits into separate labelled sections — Muhājirūn, Anṣār, and the tribes each under their own banner.</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tools/mapstudio/scenes/s04-08-hadramawt-and-kinda.json in tools/mapstudio/index.html, export step(s) 1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Ziyād b. Labīd's ؓ notice in one breath first — the room heard his name once, in a clause, on evening 3</a:t>
            </a:r>
          </a:p>
          <a:p/>
          <a:p>
            <a:r>
              <a:t>WHEN, as the card gives it: 11 AH `[SOURCED]`</a:t>
            </a:r>
          </a:p>
          <a:p/>
          <a:p>
            <a:r>
              <a:t>SAY —</a:t>
            </a:r>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   ^ read the Arabic on the face here</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QUOTE — 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a:p/>
          <a:p>
            <a:r>
              <a:t>عبرت — A small promise made in the Prophet's ﷺ lifetime was tested the day after he died, and the province went to war over the answer.</a:t>
            </a:r>
          </a:p>
          <a:p/>
          <a:p>
            <a:r>
              <a:t>HANDS UP — Before telling it: *"Before the war there was a quarrel. What do you think it was about?"* **Ziyād b. Labīd ؓ, page-cited, for the one breath:** of the Anṣār, of **بنو بَيَاضة** of the خزرج (البدایہ ج۳ ص۴۶۶ — see `medina-ansar-structure.md`); the Prophet's ﷺ appointee over **حضرموت** (البدایہ ج۷ ص۴۱); and **he held that post through the whole ردة and ran the campaign there** (الکامل ج۲ ص۲۲۹–۲۳۲ — where ج۲ ص۲۲۹ spells him **زياد بن أبي لبيد الأنصاري** and the following pages زياد بن لبيد). The room last heard his name in one clause of `TSY/E-YK04` on evening 3. **Also on the page:**</a:t>
            </a:r>
          </a:p>
          <a:p/>
          <a:p>
            <a:r>
              <a:t>MAP — **حَضْرَمَوت** and **كِندة** as two neighbouring zones with a two-way arrow between them (the ṣadaqa that went each way). The arrow **breaks** in the middle.</a:t>
            </a:r>
          </a:p>
          <a:p/>
          <a:p>
            <a:r>
              <a:t>Ziyād's ؓ waiting: «وَأَمْسَكَ عَنْهُمْ زِيَادٌ انْتِظَارًا لِلْمُهَاجِرِ» (ج۲ ص۲۳۰). ⚠ **الکامل only** — the</a:t>
            </a:r>
          </a:p>
          <a:p>
            <a:r>
              <a:t>Ḥaḍramawt campaign is not in البدایہ. **Follow with `RCT/E-RC33`** (the she-camel called Shadhra).</a:t>
            </a:r>
          </a:p>
          <a:p/>
          <a:p>
            <a:r>
              <a:t>BACKGROUND (read at home, not aloud) —</a:t>
            </a:r>
          </a:p>
          <a:p>
            <a:r>
              <a:t>In the Prophet's ﷺ lifetime an arrangement had been made: part of Ḥaḍramawt's ṣadaqa went to Kinda, and part of Kinda's to Ḥaḍramawt. A clan of Kinda, Banū Walīʿa, had said to Ḥaḍramawt: we have no camels to carry it — send it to us loaded. And Ḥaḍramawt had said: we will look into it, and if you really have none, we will. Then the Prophet ﷺ died. Banū Walīʿa came and said: deliver it, the way you promised the Messenger of Allah ﷺ. And Ḥaḍramawt said: you do have camels — carry it yourselves. And Kinda turned to Ziyād b. Labīd ؓ, the governor, and said: you are with them against us. The men of Ḥaḍramawt would not carry it; the men of Kinda kept insisting, and went home with the matter still undecided. Ziyād ؓ did nothing yet. He was waiting for al-Muhājir ؓ.</a:t>
            </a:r>
          </a:p>
          <a:p/>
          <a:p>
            <a:r>
              <a:t>&gt;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ج۲ ص۲۳۰ · https://shamela.ws/book/21712/921</a:t>
            </a:r>
          </a:p>
          <a:p>
            <a:r>
              <a:t>&gt; *English:* "Some of Banū Walīʿa of Kinda said to Ḥaḍramawt: We have no mounts — if you see fit, send</a:t>
            </a:r>
          </a:p>
          <a:p>
            <a:r>
              <a:t>&gt; it to us on mounts. They said: We shall look into it; if you have no mounts, we will do it."</a:t>
            </a:r>
          </a:p>
          <a:p/>
          <a:p>
            <a:r>
              <a:t>&gt;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ج۲ ص۲۳۰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set Kinda off, as the books report it · SKIP BEATS 1</a:t>
            </a:r>
          </a:p>
          <a:p/>
          <a:p>
            <a:r>
              <a:t>WHEN, as the card gives it: ۱۱ھ→۱۲ھ, حضرموت `[SOURCED]`</a:t>
            </a:r>
          </a:p>
          <a:p/>
          <a:p>
            <a:r>
              <a:t>SAY —</a:t>
            </a:r>
          </a:p>
          <a:p>
            <a:r>
              <a:t>1. The Prophet's ﷺ order — He had ordered part of Ḥaḍramawt's zakāt placed in Kinda, and part of Kinda's in Ḥaḍramawt.</a:t>
            </a:r>
          </a:p>
          <a:p>
            <a:r>
              <a:t>2. A young she-camel is branded — Collecting the zakāt in Kinda, Ziyād b. Labīd ؓ took a young she-camel from a man and branded her.</a:t>
            </a:r>
          </a:p>
          <a:p>
            <a:r>
              <a:t>3. She was not his to give — She belonged to his brother, her name was Shadhra, and he had brought her by mistake.</a:t>
            </a:r>
          </a:p>
          <a:p>
            <a:r>
              <a:t>4. The brothers ask for her back — The brother said so, and the first man agreed and asked for her back.</a:t>
            </a:r>
          </a:p>
          <a:p>
            <a:r>
              <a:t>5. Ziyād ؓ refuses — She had already passed into the right of Allah, he said.</a:t>
            </a:r>
          </a:p>
          <a:p>
            <a:r>
              <a:t>6. A third man, Ḥāritha, rides up — Release her and take another, he said. Ziyād ؓ answered that he had no way to do that.</a:t>
            </a:r>
          </a:p>
          <a:p>
            <a:r>
              <a:t>7. Ḥāritha unties her — He said one sentence, untied her hobble himself, and stood in front of her.</a:t>
            </a:r>
          </a:p>
          <a:p>
            <a:r>
              <a:t>   ^ read the Arabic on the face here</a:t>
            </a:r>
          </a:p>
          <a:p/>
          <a:p>
            <a:r>
              <a:t>QUOTE — فَقَالَ حَارِثَةُ: ذَاكَ إِذَا كُنْتَ يَهُودِيًّا، وَأَطْلَقَ عِقَالَهَا وَبَعَثَهَا وَقَامَ دُونَهَا.</a:t>
            </a:r>
          </a:p>
          <a:p>
            <a:r>
              <a:t>"Ḥāritha said: That would be so if you were a Jew — and he untied her hobble and drove her off and stood in front of her."</a:t>
            </a:r>
          </a:p>
          <a:p>
            <a:r>
              <a:t>— الکامل فی التاریخ ج۲ ص۲۳۰</a:t>
            </a:r>
          </a:p>
          <a:p/>
          <a:p>
            <a:r>
              <a:t>عبرت — A province went to war over one animal, a naming mistake and a public insult, and every part of that is on one page.</a:t>
            </a:r>
          </a:p>
          <a:p/>
          <a:p>
            <a:r>
              <a:t>HANDS UP — Before telling it: *"How big does a quarrel have to be to start a war?"*</a:t>
            </a:r>
          </a:p>
          <a:p/>
          <a:p>
            <a:r>
              <a:t>MAP — حضرموت, which has been quiet all evening, goes red — **and the trigger is one animal.**</a:t>
            </a:r>
          </a:p>
          <a:p/>
          <a:p>
            <a:r>
              <a:t>⚠ **البدایہ carries no Ḥaḍramawt campaign at all. Cite الکامل ج۲ ص۲۲۹–۲۳۲,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ج۲ ص۲۳۰).</a:t>
            </a:r>
          </a:p>
          <a:p/>
          <a:p>
            <a:r>
              <a:t>BACKGROUND (read at home, not aloud) —</a:t>
            </a:r>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⁨البسوس⁩ carries the whole warning and we have no page for it — say only "an old war that had started the same way" unless it is verified first · SKIP BEATS 3</a:t>
            </a:r>
          </a:p>
          <a:p/>
          <a:p>
            <a:r>
              <a:t>SAY —</a:t>
            </a:r>
          </a:p>
          <a:p>
            <a:r>
              <a:t>1. A warning spoken over the camel — When Ziyād ؓ refused to give her back: do not let Shadhra be for you what al-Basūs was.</a:t>
            </a:r>
          </a:p>
          <a:p>
            <a:r>
              <a:t>2. Al-ʿAddāʾ calls out to his clan — The camel's owner raised the cry to his own people.</a:t>
            </a:r>
          </a:p>
          <a:p>
            <a:r>
              <a:t>   ^ read the Arabic on the face here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QUOTE — 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a:p/>
          <a:p>
            <a:r>
              <a:t>عبرت — Once the quarrel became a matter of honour, being right about the camel no longer decided anything. ⚠ **البسوس needs a gloss, and we do not have one on a page we hold.** The warning only works if the room knows what al-Basūs was — a pre-Islamic war between Bakr and Taghlib said to have started over a she-camel and run for decades. **That is `[STANDARD]` and is NOT page-cited in this repo: it carries `(to verify)` and must be checked before it is spoken as fact.** The safe spoken form, which claims nothing we cannot show, is in the beats: *a warning was spoken over her that named an old war which had started the same way.* If Daniyal wants the story itself, it needs one verification pass first.</a:t>
            </a:r>
          </a:p>
          <a:p/>
          <a:p>
            <a:r>
              <a:t>HANDS UP — no **Also on the page:**</a:t>
            </a:r>
          </a:p>
          <a:p/>
          <a:p>
            <a:r>
              <a:t>MAP — Inside كِندة, two camps face each other — **حضرموت and السَّكون** on Ziyād's ؓ side, **بنو معاوية** of Kinda on the other. A short blue night-arrow strikes the Kinda camp. Then the Kinda camp **grows**.</a:t>
            </a:r>
          </a:p>
          <a:p/>
          <a:p>
            <a:r>
              <a:t>⚠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(ج۲ ص۲۳۱).</a:t>
            </a:r>
          </a:p>
          <a:p/>
          <a:p>
            <a:r>
              <a:t>BACKGROUND (read at home, not aloud) —</a:t>
            </a:r>
          </a:p>
          <a:p>
            <a:r>
              <a:t>When Ziyād ؓ refused to give the camel back, a warning was spoken over her: do not let Shadhra be for you what al-Basūs was. And the owner, al-ʿAddāʾ, called out to his clan. Ḥāritha b. Surāqa raised the call too, came up to Ziyād ؓ, and untied her. Ziyād ؓ had young men of Ḥaḍramawt and al-Sakūn tie Ḥāritha up, and his companions, and take the camel back. Kinda shouted. Banū Muʿāwiya came out for Ḥāritha; Ḥaḍramawt and al-Sakūn came out for Ziyād ؓ; two great camps faced each other. Kinda did not attack, because their men were prisoners. Ziyād ؓ told them to put down their weapons; they refused and demanded their men; he refused. He hit them by night, and they scattered. Then he let Ḥāritha and the others go — and the men he let go went straight back and roused their people against him. A large force gathered, and they called out that they would pay no ṣadaqa. Al-Ḥuṣayn b. Numayr was sent between the two sides, and for a little while they held off from each other.</a:t>
            </a:r>
          </a:p>
          <a:p/>
          <a:p>
            <a:r>
              <a:t>&gt; فَلَجَأَ فِي أَخْذِهَا، فَقَالَ لَهَا: لَا تَكُونَنَّ شَذْرَةً عَلَيْكُمْ كَالْبَسُوسِ. فَنَادَى الْعَدَّاءُ: يَا آلَ عَمْرٍو، أُضَامُ وَأُضْطَهَدُ! إِنَّ الذَّلِيلَ مَنْ أُكِلَ فِي دَارِهِ!</a:t>
            </a:r>
          </a:p>
          <a:p>
            <a:r>
              <a:t>&gt; — الکامل فی التاریخ ج۲ ص۲۳۰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a:t>
            </a:r>
          </a:p>
          <a:p/>
          <a:p>
            <a:r>
              <a:t>&gt;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ج۲ ص۲۳۰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Shuraḥbīl b. al-Simṭ and his son</a:t>
            </a:r>
          </a:p>
          <a:p/>
          <a:p>
            <a:r>
              <a:t>SAY —</a:t>
            </a:r>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   ^ read the Arabic on the face here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QUOTE — 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a:p/>
          <a:p>
            <a:r>
              <a:t>عبرت — He used his tribe's own code of honour — never change sides — as the reason not to follow his tribe.</a:t>
            </a:r>
          </a:p>
          <a:p/>
          <a:p>
            <a:r>
              <a:t>HANDS UP — Before telling it: *"Your whole clan has decided. You think they are wrong. What do you say to them?"*</a:t>
            </a:r>
          </a:p>
          <a:p/>
          <a:p>
            <a:r>
              <a:t>MAP — Inside كِندة, a cluster of red pasture-markers (المَحاجر). **One small marker detaches from the red cluster and moves across to Ziyād's ؓ blue camp.**</a:t>
            </a:r>
          </a:p>
          <a:p/>
          <a:p>
            <a:r>
              <a:t>⚠ **Quote only to «وَالْقَبِيحِ!»** — the next clause reads against the sense. **It was his son, not his</a:t>
            </a:r>
          </a:p>
          <a:p>
            <a:r>
              <a:t>father** («وَابْنَهُ») — this corrects the campaign note §10.3.</a:t>
            </a:r>
          </a:p>
          <a:p/>
          <a:p>
            <a:r>
              <a:t>BACKGROUND (read at home, not aloud) —</a:t>
            </a:r>
          </a:p>
          <a:p>
            <a:r>
              <a:t>The whole of Banū Muʿāwiya agreed to withhold the ṣadaqa, and each of their chiefs took up his own reserved pasture as a stronghold. All of them — except one man, Shuraḥbīl b. al-Simṭ, and his son. The two of them told their own clan, Banū Muʿāwiya, why they would not come. Then they moved out, and camped with Ziyād ؓ, and they gave him advice: strike tonight, before the men of al-Sakāsik, al-Sakūn and Ḥaḍramawt who are drifting toward the rebels get there — because if you wait, we are afraid people will drift away from us to them.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tools/mapstudio/scenes/s04-08-hadramawt-and-kinda.json in tools/mapstudio/index.html, export step(s) 2–4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four kings." No source ties the old kingship to the ⁨ردة⁩ — say nothing that implies it</a:t>
            </a:r>
          </a:p>
          <a:p/>
          <a:p>
            <a:r>
              <a:t>SAY —</a:t>
            </a:r>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   ^ read the Arabic on the face here</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r>
              <a:t>7. Home with the captives — Ziyād ؓ turned back with the property and the captives, and his road passed al-Ashʿath b. Qays.</a:t>
            </a:r>
          </a:p>
          <a:p>
            <a:r>
              <a:t>8. Al-Ashʿath rises — He rose with his people, took the captives back, and began to gather every man he could.</a:t>
            </a:r>
          </a:p>
          <a:p/>
          <a:p>
            <a:r>
              <a:t>QUOTE — 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a:p/>
          <a:p>
            <a:r>
              <a:t>عبرت — The night attack ended the four kings and brought the fifth man into the war.</a:t>
            </a:r>
          </a:p>
          <a:p/>
          <a:p>
            <a:r>
              <a:t>HANDS UP — no **Also on the page:**</a:t>
            </a:r>
          </a:p>
          <a:p/>
          <a:p>
            <a:r>
              <a:t>MAP — The red pasture-markers of **بنو عمرو بن معاوية**. Five blue arrows close on them at once, from five sides. Five markers go out. Then a blue column heads home with captives — and a new red block under **al-Ashʿath** cuts across its path and takes them back.</a:t>
            </a:r>
          </a:p>
          <a:p/>
          <a:p>
            <a:r>
              <a:t>BACKGROUND (read at home, not aloud) —</a:t>
            </a:r>
          </a:p>
          <a:p>
            <a:r>
              <a:t>Ziyād ؓ agreed. They gathered in the dark and ringed the pastures, and they found the men sitting round their fires. Banū ʿAmr b. Muʿāwiya were the strongest of Kinda and had the numbers. The Muslims fell on them from five directions at once. Four brothers were killed that night — Mikhwaṣ, Mishraḥ, Jamad and Abḍaʿa — with their sister, al-ʿAmarrada. These were "the four kings", the chiefs of Banū ʿAmr. Many others were killed; whoever could run, ran. Ziyād ؓ turned back with the property and the captives. And his road home passed al-Ashʿath b. Qays. Al-Ashʿath rose with his people, took the captives back, and began to gather every man he could.</a:t>
            </a:r>
          </a:p>
          <a:p/>
          <a:p>
            <a:r>
              <a:t>&gt;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ج۲ ص۲۳۱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a:t>
            </a:r>
          </a:p>
          <a:p/>
          <a:p>
            <a:r>
              <a:t>**Al-Dhahabī, from Ibn Isḥāq — four, and no sister:**</a:t>
            </a:r>
          </a:p>
          <a:p/>
          <a:p>
            <a:r>
              <a:t>&gt; أن زيادا بيتهم فقتل ملوكا أربعة: جمدا، ومخوصا ومشرحا، وأبضعة.</a:t>
            </a:r>
          </a:p>
          <a:p>
            <a:r>
              <a:t>&gt; — سیر أعلام النبلاء، ج الراشدون ص۶۲ · https://shamela.ws/book/10906/1210</a:t>
            </a:r>
          </a:p>
          <a:p>
            <a:r>
              <a:t>&gt; *English:* "…that Ziyād fell on them by night and killed four kings: Jamad, Mikhwaṣ, Mishraḥ and</a:t>
            </a:r>
          </a:p>
          <a:p>
            <a:r>
              <a:t>&gt; Abḍaʿa."</a:t>
            </a:r>
          </a:p>
          <a:p/>
          <a:p>
            <a:r>
              <a:t>Record both counts side by side; do not choose. The origin of the Prophet's ﷺ curse is the</a:t>
            </a:r>
          </a:p>
          <a:p>
            <a:r>
              <a:t>Kinda-delegation note; **do not explain it from the floor.** Ibn Khaldūn adds that the captive women</a:t>
            </a:r>
          </a:p>
          <a:p>
            <a:r>
              <a:t>cried out as they passed (ج۲ ص۴۹۲)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Not cut even if Part VI is. Without it he carries seven cards as a bare name</a:t>
            </a:r>
          </a:p>
          <a:p/>
          <a:p>
            <a:r>
              <a:t>WHEN, as the card gives it: 11 AH, after the night attack `[SOURCED]`</a:t>
            </a:r>
          </a:p>
          <a:p/>
          <a:p>
            <a:r>
              <a:t>SAY —</a:t>
            </a:r>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   ^ read the Arabic on the face here</a:t>
            </a:r>
          </a:p>
          <a:p>
            <a:r>
              <a:t>6. And gathers everyone he can — From here, this war is his.</a:t>
            </a:r>
          </a:p>
          <a:p/>
          <a:p>
            <a:r>
              <a:t>QUOTE — 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a:p/>
          <a:p>
            <a:r>
              <a:t>عبرت — The man who had brought his tribe to the Prophet ﷺ himself is the man who now raises it against Medina — and that is not a contradiction the books explain.</a:t>
            </a:r>
          </a:p>
          <a:p/>
          <a:p>
            <a:r>
              <a:t>HANDS UP — no **Who he is, page-cited:** he led the Kinda delegation to Medina (`KTK/E-KD05`, and the Kinda note's pages behind it); and Ibn al-Athīr's "four kings" are of **بنو عمرو بن معاوية**, a different branch of Kinda from his (`KTK/E-KD06`). **No source ties the old Kinda kingship to this ردة** — say nothing that implies it (`DECISIONS.md`, the Kinda note §"the four kings").</a:t>
            </a:r>
          </a:p>
          <a:p/>
          <a:p>
            <a:r>
              <a:t>MAP — The returning column with the captives, and a **new marker** on its road home: al-Ashʿath's own people. The column stops.</a:t>
            </a:r>
          </a:p>
          <a:p/>
          <a:p>
            <a:r>
              <a:t>⚠ **This card exists because `KTK/E-KD05` sits in an optional block.** Without it, al-Ashʿath walks</a:t>
            </a:r>
          </a:p>
          <a:p>
            <a:r>
              <a:t>onto the stage as a bare name and then carries seven cards. **If the Kinda flashback is cut, this card</a:t>
            </a:r>
          </a:p>
          <a:p>
            <a:r>
              <a:t>is not cut.**</a:t>
            </a:r>
          </a:p>
          <a:p/>
          <a:p>
            <a:r>
              <a:t>BACKGROUND (read at home, not aloud) —</a:t>
            </a:r>
          </a:p>
          <a:p>
            <a:r>
              <a:t>Ziyād b. Labīd ؓ turned for home with the property and the captives, and the road passed al-Ashʿath b. Qays. Up to that night he had not been in it. He is of Kinda but not of Banū ʿAmr — a different branch of the tribe from the four brothers just killed — and the room has a reason to know his name already: he is the man who had led Kinda's own delegation into the Prophet's ﷺ mosque, at their head, a year or so before. He rose with his people, took the captives back out of the column, and began gathering every man he could. From here the war in Ḥaḍramawt is his.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tools/mapstudio/scenes/s04-09-the-march-on-al-nujayr.json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t>
            </a:r>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r>
              <a:t>   ^ read the Arabic on the face here</a:t>
            </a:r>
          </a:p>
          <a:p/>
          <a:p>
            <a:r>
              <a:t>QUOTE — فَرَجَعُوا إِلَى حِصْنِهِمْ، وَخَشَعَتْ نُفُوسُهُمْ وَخَافُوا الْقَتْلَ</a:t>
            </a:r>
          </a:p>
          <a:p>
            <a:r>
              <a:t>"They went back into their fort; their spirits sank, and they feared death."</a:t>
            </a:r>
          </a:p>
          <a:p>
            <a:r>
              <a:t>— الکامل فی التاریخ ج۲ ص۲۳۱</a:t>
            </a:r>
          </a:p>
          <a:p/>
          <a:p>
            <a:r>
              <a:t>عبرت — They had prepared the place to retreat to before they fought, and it became the place they could not leave.</a:t>
            </a:r>
          </a:p>
          <a:p/>
          <a:p>
            <a:r>
              <a:t>HANDS UP — no **Also on the page:**</a:t>
            </a:r>
          </a:p>
          <a:p/>
          <a:p>
            <a:r>
              <a:t>MAP — Al-Muhājir's ؓ line, on the road from صنعاء, **splits**: a fast thin arrow races ahead to Ziyād ؓ; the main body follows under ʿIkrima ؓ. Blue meets red at **مَحْجَر الزُّرْقان**; the red retreats into **النُّجَير**, a fort symbol. A ring closes round it.</a:t>
            </a:r>
          </a:p>
          <a:p/>
          <a:p>
            <a:r>
              <a:t>BACKGROUND (read at home, not aloud) —</a:t>
            </a:r>
          </a:p>
          <a:p>
            <a:r>
              <a:t>Ziyād ؓ wrote to al-Muhājir ؓ to hurry. The letter met him on the road. He handed the army to ʿIkrima ؓ and rode ahead with the fastest men, joined Ziyād ؓ, and marched on Kinda. They met at Maḥjar al-Zurqān, and Kinda broke and ran for the fort of al-Nujayr. And the book adds one detail: they had already repaired it and put it in order. The Muslims camped round it. ʿIkrima ؓ came up with the main body, and the siege tightened. Raiding parties went out through the country after the rest. The garrison came out to fight, lost many men, and went back in.</a:t>
            </a:r>
          </a:p>
          <a:p/>
          <a:p>
            <a:r>
              <a:t>&gt; وَكَتَبَ زِيَادٌ إِلَى الْمُهَاجِرِ يَسْتَحِثُّهُ، فَلَقِيَهُ الْكِتَابُ بِالطَّرِيقِ فَاسْتَخْلَفَ عَلَى الْجُنْدِ عِكْرِمَةَ بْنَ أَبِي جَهْلٍ، وَتَعَجَّلَ فِي سَرَعَانِ النَّاسِ</a:t>
            </a:r>
          </a:p>
          <a:p>
            <a:r>
              <a:t>&gt; — الکامل فی التاریخ ج۲ ص۲۳۱ · https://shamela.ws/book/21712/922</a:t>
            </a:r>
          </a:p>
          <a:p>
            <a:r>
              <a:t>&gt; *English:* "Ziyād wrote to al-Muhājir urging him on; the letter met him on the road, and he left</a:t>
            </a:r>
          </a:p>
          <a:p>
            <a:r>
              <a:t>&gt; ʿIkrima b. Abī Jahl in charge of the army and hurried ahead with the quickest of the men."</a:t>
            </a:r>
          </a:p>
          <a:p/>
          <a:p>
            <a:r>
              <a:t>&gt; فَانْهَزَمَتْ كِنْدَةُ وَقُتِلَتْ، وَخَرَجُوا هُرَّابًا فَالْتَجَئُوا إِلَى النُّجَيْرِ، وَقَدْ رَمُّوهُ وَأَصْلَحُوهُ.</a:t>
            </a:r>
          </a:p>
          <a:p>
            <a:r>
              <a:t>&gt; — الکامل فی التاریخ ج۲ ص۲۳۱ · https://shamela.ws/book/21712/922</a:t>
            </a:r>
          </a:p>
          <a:p>
            <a:r>
              <a:t>&gt; *English:* "Kinda was routed and cut down; they fled and took refuge in al-Nujayr — which they had</a:t>
            </a:r>
          </a:p>
          <a:p>
            <a:r>
              <a:t>&gt; already repaired and put in order."</a:t>
            </a:r>
          </a:p>
          <a:p/>
          <a:p>
            <a:r>
              <a:t>Where the letter met him: الکامل says only «بالطريق»; Ibn Khaldūn says «بالمفازة بين مأرب وحضرموت»</a:t>
            </a:r>
          </a:p>
          <a:p>
            <a:r>
              <a:t>(ج۲ ص۴۹۴) — his detail, not for the map as fact. **Pairs with `RCT/E-RC34`'s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Pairs with #40</a:t>
            </a:r>
          </a:p>
          <a:p/>
          <a:p>
            <a:r>
              <a:t>SAY —</a:t>
            </a:r>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   ^ read the Arabic on the face here</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QUOTE — 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الکامل فی التاریخ ج۲ ص۲۳۲</a:t>
            </a:r>
          </a:p>
          <a:p/>
          <a:p>
            <a:r>
              <a:t>عبرت — The decision about al-Ashʿath was not taken in anger at the gate; it was sent to the man whose job it was.</a:t>
            </a:r>
          </a:p>
          <a:p/>
          <a:p>
            <a:r>
              <a:t>HANDS UP — no **Also on the page:**</a:t>
            </a:r>
          </a:p>
          <a:p/>
          <a:p>
            <a:r>
              <a:t>MAP — النُّجَير only. The gate opens. The ring moves inside.</a:t>
            </a:r>
          </a:p>
          <a:p/>
          <a:p>
            <a:r>
              <a:t>**Pairs with `RCT/E-RC34`**,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a:p/>
          <a:p>
            <a:r>
              <a:t>BACKGROUND (read at home, not aloud) —</a:t>
            </a:r>
          </a:p>
          <a:p>
            <a:r>
              <a:t>When the leaders inside began to fear for their own lives, al-Ashʿath came out with nine men. They asked Ziyād ؓ for a guarantee for themselves and their families, in return for opening the gate. Ziyād ؓ said: write whatever you want, and bring it to me to seal. They wrote it. And while al-Ashʿath was writing, a man called Jaḥdam jumped at him with a knife and said: you write me in, or I kill you. Al-Ashʿath wrote him in — and forgot himself. The gate was opened. Every fighting man inside was killed. When it was over, al-Ashʿath called the men and brought out the document, and everyone named in it was spared. Al-Ashʿath's name was not there. Al-Muhājir ؓ had him bound. And someone said: hold him back — send him to Abū Bakr ؓ; he knows best what the ruling on this man is.</a:t>
            </a:r>
          </a:p>
          <a:p/>
          <a:p>
            <a:r>
              <a:t>&gt;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ج۲ ص۲۳۲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a:t>
            </a:r>
          </a:p>
          <a:p/>
          <a:p>
            <a:r>
              <a:t>&gt;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ج۲ ص۲۳۲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al-Kāmil puts it in 11 AH, Siyar in 12. Say "11 or 12 AH" · SKIP BEATS 1,2,3,4,5,6,7,8,9</a:t>
            </a:r>
          </a:p>
          <a:p/>
          <a:p>
            <a:r>
              <a:t>WHEN, as the card gives it: **the last siege of the war** `[SOURCED as sequence]` — الکامل prints it immediately **before** «ثم دخلت سنة اثنتي عشرة» (ج۲ ص۲۳۳), i.e. still inside ۱۱ھ by its own arrangement; **no page fixes the month** (§12.2, §X item 2); **but سیر files it under ۱۲ھ** (ج الراشدون ص۵۵, ص۶۱–۶۲ — see `the-second-yemen-ridda-and-kinda-11-12ah.md`), so **the books differ on the year** — say "11 or 12 AH"</a:t>
            </a:r>
          </a:p>
          <a:p/>
          <a:p>
            <a:r>
              <a:t>SAY —</a:t>
            </a:r>
          </a:p>
          <a:p>
            <a:r>
              <a:t>1. Kinda shuts itself into al-Nujayr — Broken in the field, Kinda shut itself into the fort of al-Nujayr.</a:t>
            </a:r>
          </a:p>
          <a:p>
            <a:r>
              <a:t>2. Every road is closed — The Muslims closed every road, and the siege began to bite.</a:t>
            </a:r>
          </a:p>
          <a:p>
            <a:r>
              <a:t>3. Al-Ashʿath comes out with nine men — He offered to open the gate in return for a written safe-conduct for himself, his household and them.</a:t>
            </a:r>
          </a:p>
          <a:p>
            <a:r>
              <a:t>4. He may write his own terms — He was told to write whatever he wanted and bring it to be sealed.</a:t>
            </a:r>
          </a:p>
          <a:p>
            <a:r>
              <a:t>5. He writes, and opens the gate — He wrote the document, and he opened the gate.</a:t>
            </a:r>
          </a:p>
          <a:p>
            <a:r>
              <a:t>6. His own name is not there — When the document was produced, every man named in it was spared, and his own name was missing.</a:t>
            </a:r>
          </a:p>
          <a:p>
            <a:r>
              <a:t>7. Al-Muhājir ؓ speaks to him — Praise be to Allah, who made your mouth err, Ashʿath.</a:t>
            </a:r>
          </a:p>
          <a:p>
            <a:r>
              <a:t>   ^ read the Arabic on the face here</a:t>
            </a:r>
          </a:p>
          <a:p>
            <a:r>
              <a:t>8. The same page gives a second telling — Al-Kāmil records another version of these events. Both stand; neither is chosen.</a:t>
            </a:r>
          </a:p>
          <a:p>
            <a:r>
              <a:t>9. Pardoned all the same — Abū Bakr ؓ pardoned him anyway, and restored his wife to him.</a:t>
            </a:r>
          </a:p>
          <a:p/>
          <a:p>
            <a:r>
              <a:t>QUOTE — فَأَجَارَ مَنْ فِي الْكِتَابِ، فَإِذَا الْأَشْعَثُ لَيْسَ مِنْهُمْ، فَقَالَ الْمُهَاجِرُ: الْحَمْدُ لِلَّهِ الَّذِي خَطَّأَ فَاكَ يَا أَشْعَثُ.</a:t>
            </a:r>
          </a:p>
          <a:p>
            <a:r>
              <a:t>"Every man in the document was spared — and al-Ashʿath was not among them. Al-Muhājir said: Praise be to Allah, who made your mouth err, Ashʿath."</a:t>
            </a:r>
          </a:p>
          <a:p>
            <a:r>
              <a:t>— الکامل فی التاریخ ج۲ ص۲۳۲</a:t>
            </a:r>
          </a:p>
          <a:p/>
          <a:p>
            <a:r>
              <a:t>عبرت — He wrote a safe-conduct for everyone he was bargaining with and left himself off it.</a:t>
            </a:r>
          </a:p>
          <a:p/>
          <a:p>
            <a:r>
              <a:t>HANDS UP — Before telling it: *"He is allowed to write his own terms. What is the one thing he must not forget?"* **And then Abū Bakr ؓ pardoned him anyway** and restored his wife (الکامل ج۲ ص۲۳۲; سیر ج۲ ص۳۹).</a:t>
            </a:r>
          </a:p>
          <a:p/>
          <a:p>
            <a:r>
              <a:t>MAP — Ziyād ؓ and al-Muhājir ؓ converge and break Kinda at **مَحْجَر الزُّرْقان**; the survivors run to **النُّجَير**, a strong hill fort. ʿIkrima's ؓ long line — the one that started at اليمامة in E-RC15 — **arrives here and closes the last road.** The map's final arrow.</a:t>
            </a:r>
          </a:p>
          <a:p/>
          <a:p>
            <a:r>
              <a:t>⚠ **الکامل gives a second version on the same page in which he betrayed his companions deliberately,</a:t>
            </a:r>
          </a:p>
          <a:p>
            <a:r>
              <a:t>and his own tribeswomen named him for it. Record both. Adjudicate neither.**</a:t>
            </a:r>
          </a:p>
          <a:p/>
          <a:p>
            <a:r>
              <a:t>BACKGROUND (read at home, not aloud) —</a:t>
            </a:r>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Speaker's discretion · its Arabic stays off the slide face</a:t>
            </a:r>
          </a:p>
          <a:p/>
          <a:p>
            <a:r>
              <a:t>SAY —</a:t>
            </a:r>
          </a:p>
          <a:p>
            <a:r>
              <a:t>1. Ibn al-Athīr gives a second telling — He does not leave it at one account. He writes: and it is said.</a:t>
            </a:r>
          </a:p>
          <a:p>
            <a:r>
              <a:t>2. No knife, and no forgetting — In this telling there is no knife at the writing, and no name left out.</a:t>
            </a:r>
          </a:p>
          <a:p>
            <a:r>
              <a:t>3. Al-Ashʿath comes down alone — When the siege became unbearable, he came down on his own to al-Muhājir ؓ and Ziyād ؓ.</a:t>
            </a:r>
          </a:p>
          <a:p>
            <a:r>
              <a:t>4. Safety until Abū Bakr ؓ decides — He asked for his life and property to be safe, until Abū Bakr ؓ could decide about him.</a:t>
            </a:r>
          </a:p>
          <a:p>
            <a:r>
              <a:t>5. The price: the fort — In exchange he would open al-Nujayr and hand over everyone inside. They accepted.</a:t>
            </a:r>
          </a:p>
          <a:p>
            <a:r>
              <a:t>6. The kings are brought down — The kings inside al-Nujayr were brought down and killed.</a:t>
            </a:r>
          </a:p>
          <a:p>
            <a:r>
              <a:t>7. Bound, and sent to Medina — Al-Ashʿath was bound and sent to Medina with the captives.</a:t>
            </a:r>
          </a:p>
          <a:p>
            <a:r>
              <a:t>8. The captive women of his tribe — In this telling, the captive women of his own tribe gave him a name.</a:t>
            </a:r>
          </a:p>
          <a:p/>
          <a:p>
            <a:r>
              <a:t>عبرت — The historian put both accounts on one page and did not choose between them, and neither do we.</a:t>
            </a:r>
          </a:p>
          <a:p/>
          <a:p>
            <a:r>
              <a:t>MAP — No movement. A single bound figure leaves النُّجَير northward, walking beside the line of captives.</a:t>
            </a:r>
          </a:p>
          <a:p/>
          <a:p>
            <a:r>
              <a:t>⚠ NOT FOR THE SLIDE FACE: the statement projects a name of disgrace («عُرْفَ النَّارِ», "a traitor") onto a</a:t>
            </a:r>
          </a:p>
          <a:p>
            <a:r>
              <a:t>man who is later a Companion, from the telling the historian introduces with «وَقِيلَ»; say it aloud</a:t>
            </a:r>
          </a:p>
          <a:p>
            <a:r>
              <a:t>beside the first telling, never on the screen.</a:t>
            </a:r>
          </a:p>
          <a:p>
            <a:r>
              <a:t>⚠ SPEAKER'S DISCRETION. Al-Ashʿath is later a Companion with صحبة (سیر ج۲ ص۳۸). **Tell both tellings</a:t>
            </a:r>
          </a:p>
          <a:p>
            <a:r>
              <a:t>or neither; never this one alone.** Al-Dhahabī's report gives the safe-conduct as for **seventy**, not</a:t>
            </a:r>
          </a:p>
          <a:p>
            <a:r>
              <a:t>ten (سیر ج۲ ص۳۹). Ibn Khaldūn has him approach through ʿIkrima ؓ (ج۲ ص۴۹۴) — his detail.</a:t>
            </a:r>
          </a:p>
          <a:p>
            <a:r>
              <a:t>**Also on the page:**</a:t>
            </a:r>
          </a:p>
          <a:p/>
          <a:p>
            <a:r>
              <a:t>BACKGROUND (read at home, not aloud) —</a:t>
            </a:r>
          </a:p>
          <a:p>
            <a:r>
              <a:t>Ibn al-Athīr does not leave it at one account. On the same page he writes: and it is said. In this telling there was no knife and no forgetting. When the siege became unbearable, al-Ashʿath came down on his own to al-Muhājir ؓ and Ziyād ؓ and asked for safety for his own life and property until Abū Bakr ؓ could decide about him — and in exchange he would open al-Nujayr and hand over everyone inside. They accepted. The kings inside were brought down and killed. Al-Ashʿath was bound and sent to Medina with the captives. And the captive women of his own tribe gave him a name.</a:t>
            </a:r>
          </a:p>
          <a:p/>
          <a:p>
            <a:r>
              <a:t>&gt; وَقِيلَ: إِنَّ الْحِصَارَ لَمَّا اشْتَدَّ عَلَى مَنْ بِالنُّجَيْرِ نَزَلَ الْأَشْعَثُ إِلَى الْمُهَاجِرِ وَزِيَادٍ وَالْمُسْلِمِينَ، فَسَأَلَهُمُ الْأَمَانَ عَلَى دَمِهِ وَمَالِهِ حَتَّى يَقْدَمُوا بِهِ عَلَى أَبِي بَكْرٍ، فَيَرَى فِيهِ رَأْيَهُ، عَلَى أَنْ يَفْتَحَ لَهُمُ النُّجَيْرَ وَيُسَلِّمَ إِلَيْهِمْ مَنْ فِيهِ، وَغَدَرَ بِأَصْحَابِهِ</a:t>
            </a:r>
          </a:p>
          <a:p>
            <a:r>
              <a:t>&gt; — الکامل فی التاریخ ج۲ ص۲۳۲ · https://shamela.ws/book/21712/923</a:t>
            </a:r>
          </a:p>
          <a:p>
            <a:r>
              <a:t>&gt; *English:* "And it is said: when the siege pressed hard on those in al-Nujayr, al-Ashʿath came down</a:t>
            </a:r>
          </a:p>
          <a:p>
            <a:r>
              <a:t>&gt; to al-Muhājir, Ziyād and the Muslims and asked them for safe-conduct for his life and his property</a:t>
            </a:r>
          </a:p>
          <a:p>
            <a:r>
              <a:t>&gt; until they brought him to Abū Bakr to decide about him — on condition that he opened al-Nujayr to</a:t>
            </a:r>
          </a:p>
          <a:p>
            <a:r>
              <a:t>&gt; them and handed over those inside. And he betrayed his companions."</a:t>
            </a:r>
          </a:p>
          <a:p/>
          <a:p>
            <a:r>
              <a:t>&gt; فَكَانَ الْمُسْلِمُونَ يَلْعَنُونَهُ وَيَلْعَنُهُ سَبَايَا قَوْمِهِ، وَسَمَّاهُ نِسَاءُ قَوْمِهِ عُرْفَ النَّارِ، وَهُوَ اسْمُ الْغَادِرِ عِنْدَهُمْ.</a:t>
            </a:r>
          </a:p>
          <a:p>
            <a:r>
              <a:t>&gt; — الکامل فی التاریخ ج۲ ص۲۳۲ · https://shamela.ws/book/21712/923</a:t>
            </a:r>
          </a:p>
          <a:p>
            <a:r>
              <a:t>&gt; *English:* "The Muslims cursed him, and the captive women of his own people cursed him; the women of</a:t>
            </a:r>
          </a:p>
          <a:p>
            <a:r>
              <a:t>&gt; his people called him *ʿurf al-nār* — which was their name for a traitor."</a:t>
            </a:r>
          </a:p>
          <a:p/>
          <a:p>
            <a:r>
              <a:t>Both quotations are **notes only**, for the same reason as the statement.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tools/mapstudio/scenes/s04-10-al-ashath-to-medina.json in tools/mapstudio/index.html, export step(s) 1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ask the room the same question before the answer</a:t>
            </a:r>
          </a:p>
          <a:p/>
          <a:p>
            <a:r>
              <a:t>SAY —</a:t>
            </a:r>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   ^ read the Arabic on the face here</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QUOTE — 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الکامل فی التاریخ ج۲ ص۲۳۲</a:t>
            </a:r>
          </a:p>
          <a:p/>
          <a:p>
            <a:r>
              <a:t>عبرت — He won his life only after he stopped arguing that he was owed it.</a:t>
            </a:r>
          </a:p>
          <a:p/>
          <a:p>
            <a:r>
              <a:t>HANDS UP — Before telling it: *"He has lost the legal argument. He is standing in front of the caliph in chains. What does he say now?"* **Also on the page:**</a:t>
            </a:r>
          </a:p>
          <a:p/>
          <a:p>
            <a:r>
              <a:t>MAP — المدينة only. The bound figure arrives.</a:t>
            </a:r>
          </a:p>
          <a:p/>
          <a:p>
            <a:r>
              <a:t>⚠ **Her name differs**: *Umm Farwa* in الکامل, *Farwa bint Abī Quḥāfa* in سیر ج۲ ص۳۹,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`POT/E-PG40`** (the wedding feast in the camel market), which tells</a:t>
            </a:r>
          </a:p>
          <a:p>
            <a:r>
              <a:t>al-Dhahabī's version in its narrative.</a:t>
            </a:r>
          </a:p>
          <a:p/>
          <a:p>
            <a:r>
              <a:t>BACKGROUND (read at home, not aloud) —</a:t>
            </a:r>
          </a:p>
          <a:p>
            <a:r>
              <a:t>Al-Ashʿath was brought before Abū Bakr ؓ. Abū Bakr ؓ asked him what he thought would be done with him. He said he did not know. Abū Bakr ؓ said: then I will kill you. And al-Ashʿath argued the law. I am the man who negotiated that peace for ten, he said — my blood is not lawful. And Abū Bakr ؓ answered him on the law: the peace bound only the names in the document, once it was sealed; before the seal you were a negotiator, nothing more. And when he feared he would be killed, he stopped arguing and asked. Look for some good in me. Free me. Forgive my stumble. Treat me as you have treated others like me. And give me back my wife — when he had come to the Prophet ﷺ he had asked for Abū Bakr's ؓ own sister, and put the wedding off until his next visit; then the Prophet ﷺ died, and he apostatised. Do that, he said, and you will find me the best man in my country for the religion of Allah. Abū Bakr ؓ spared his life and gave him back his family.</a:t>
            </a:r>
          </a:p>
          <a:p/>
          <a:p>
            <a:r>
              <a:t>&gt;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ج۲ ص۲۳۲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a:t>
            </a:r>
          </a:p>
          <a:p/>
          <a:p>
            <a:r>
              <a:t>&gt; فَلَمَّا خَشِيَ الْقَتْلَ قَالَ: أَوَتَحْتَسِبُ فِيَّ خَيْرًا، فَتُطْلِقُ إِسَارِيْ وَتُقِيلُنِي عَثْرَتِي، وَتَفْعَلُ بِي مِثْلَ مَا فَعَلْتَ بِأَمْثَالِي، وَتَرُدُّ عَلَيَّ زَوْجَتِي؟</a:t>
            </a:r>
          </a:p>
          <a:p>
            <a:r>
              <a:t>&gt; — الکامل فی التاریخ ج۲ ص۲۳۲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a:t>
            </a:r>
          </a:p>
          <a:p/>
          <a:p>
            <a:r>
              <a:t>&gt; فَإِنْ فَعَلْتَ ذَلِكَ تَجِدُنِي خَيْرَ أَهْلِ بِلَادِي لِدِينِ اللَّهِ. فَحَقَنَ دَمَهُ وَرَدَّ عَلَيْهِ أَهْلَهُ</a:t>
            </a:r>
          </a:p>
          <a:p>
            <a:r>
              <a:t>&gt; — الکامل فی التاریخ ج۲ ص۲۳۲ · https://shamela.ws/book/21712/923</a:t>
            </a:r>
          </a:p>
          <a:p>
            <a:r>
              <a:t>&gt; *English:* "If you do that, you will find me the best of the people of my country for the religion</a:t>
            </a:r>
          </a:p>
          <a:p>
            <a:r>
              <a:t>&gt; of Allah. So he spared his blood and gave him back his family."</a:t>
            </a:r>
          </a:p>
          <a:p/>
          <a:p>
            <a:r>
              <a:t>**Al-Dhahabī's shorter version** (al-Nakhaʿī, via Abū ʿUbayd's *al-Amwāl*) — a variant, kept beside</a:t>
            </a:r>
          </a:p>
          <a:p>
            <a:r>
              <a:t>the first, not in place of it:</a:t>
            </a:r>
          </a:p>
          <a:p/>
          <a:p>
            <a:r>
              <a:t>&gt; فَأُتِيَ بِهِ الصِّدِّيْقَ، فَقَالَ: إِنَّا قَاتِلُوْكَ، لاَ أَمَانَ لَكَ. فَقَالَ: تَمُنُّ عَلَيَّ وَأُسْلِمُ؟ قَالَ: فَفَعَلَ، وَزَوَّجَهُ أُخْتَهُ.</a:t>
            </a:r>
          </a:p>
          <a:p>
            <a:r>
              <a:t>&gt; — سیر أعلام النبلاء ج۲ ص۳۹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Pardoned, and married to Abū Bakr's ؓ sister (the books differ on her name) · SKIP BEATS 1,2,3,4</a:t>
            </a:r>
          </a:p>
          <a:p/>
          <a:p>
            <a:r>
              <a:t>SAY —</a:t>
            </a:r>
          </a:p>
          <a:p>
            <a:r>
              <a:t>1. He had joined the ridda — Al-Ashʿath had apostatised in the ridda, with a number of Kinda.</a:t>
            </a:r>
          </a:p>
          <a:p>
            <a:r>
              <a:t>2. Safe conduct, but not for himself — Besieged, he took safe conduct for seventy men, al-Dhahabī says, and not for himself.</a:t>
            </a:r>
          </a:p>
          <a:p>
            <a:r>
              <a:t>3. Brought captive to Abū Bakr ؓ — We are going to kill you, Abū Bakr ؓ told him plainly; you have no safe conduct.</a:t>
            </a:r>
          </a:p>
          <a:p>
            <a:r>
              <a:t>4. He asks for favour — Will you show me favour, he asked, and I become Muslim?</a:t>
            </a:r>
          </a:p>
          <a:p>
            <a:r>
              <a:t>5. Released, and married into the family — Abū Bakr ؓ showed him favour, loosed his bonds, and married his own sister to him.</a:t>
            </a:r>
          </a:p>
          <a:p>
            <a:r>
              <a:t>6. A sword in the camel market — He drew his sword, walked into the camel market of Medina, and began hamstringing every camel and bull he saw.</a:t>
            </a:r>
          </a:p>
          <a:p>
            <a:r>
              <a:t>7. Medina thinks he has turned again — The people shouted that he had apostatised again.</a:t>
            </a:r>
          </a:p>
          <a:p>
            <a:r>
              <a:t>8. He throws the sword down — Then he threw the sword down and explained himself.</a:t>
            </a:r>
          </a:p>
          <a:p>
            <a:r>
              <a:t>   ^ read the Arabic on the face here</a:t>
            </a:r>
          </a:p>
          <a:p/>
          <a:p>
            <a:r>
              <a:t>QUOTE — 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سیر أعلام النبلاء ج۲ ص۳۹</a:t>
            </a:r>
          </a:p>
          <a:p/>
          <a:p>
            <a:r>
              <a:t>عبرت — A man newly forgiven will sometimes announce it in the loudest and least convenient way available to him.</a:t>
            </a:r>
          </a:p>
          <a:p/>
          <a:p>
            <a:r>
              <a:t>MAP — Medina.</a:t>
            </a:r>
          </a:p>
          <a:p/>
          <a:p>
            <a:r>
              <a:t>BACKGROUND (read at home, not aloud) —</a:t>
            </a:r>
          </a:p>
          <a:p>
            <a:r>
              <a:t>al-Ashʿath ؓ had apostatised in the ridda with a number of Kinda. He was besieged, and he took safe conduct — for seventy men, and not for himself. He was brought captive to Abū Bakr ؓ, who told him plainly: we are going to kill you, you have no safe conduct. And he said: will you show me favour, and I become Muslim? Abū Bakr ؓ did, and loosed his bonds, and married his own sister to him. So al-Ashʿath ؓ drew his sword, walked into the camel market of Medina, and began hamstringing every camel and every bull he saw, while the people shouted that he had apostatised again. Then he threw the sword down and explained himself.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 1 frames the forward reference — al-Qādisiyya and Nahāwand are evenings still ahead</a:t>
            </a:r>
          </a:p>
          <a:p/>
          <a:p>
            <a:r>
              <a:t>WHEN, as the card gives it: al-Qādisiyya to Nahāwand; Ibn Kathīr files the saying in his notices for 21 AH `[SOURCED]`</a:t>
            </a:r>
          </a:p>
          <a:p/>
          <a:p>
            <a:r>
              <a:t>SAY —</a:t>
            </a:r>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   ^ read the Arabic on the face here</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QUOTE — 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البدایہ والنہایہ ج۷ ص۲۴۳</a:t>
            </a:r>
          </a:p>
          <a:p/>
          <a:p>
            <a:r>
              <a:t>عبرت — The army kept watching the men who had once turned, and the watching found nothing; both of those facts are in the record.</a:t>
            </a:r>
          </a:p>
          <a:p/>
          <a:p>
            <a:r>
              <a:t>HANDS UP — Before telling it: *"Last week it was Ṭulayḥa. Tonight we met ʿAmr ؓ, Qays and al-Ashʿath. Where do you think we find them ten years later?"*</a:t>
            </a:r>
          </a:p>
          <a:p/>
          <a:p>
            <a:r>
              <a:t>MAP — Pull back to the whole region. Three thin lines leave the south of the peninsula — from **صنعاء**, from **حضرموت**, from the country of **مَذْحِج** — and run north to **اليرموك** and **القادسية**, and on to **نهاوند**.</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`POT/E-PG41`** («إِنَّ هَذَا لَمْ يَرْتَدَّ، وَإِنِّي ارْتَدَدْتُ»). **Hand-off:** al-Ashʿath's later house</a:t>
            </a:r>
          </a:p>
          <a:p>
            <a:r>
              <a:t>is the third sister note.</a:t>
            </a:r>
          </a:p>
          <a:p>
            <a:r>
              <a:t>**Also on the page:**</a:t>
            </a:r>
          </a:p>
          <a:p/>
          <a:p>
            <a:r>
              <a:t>⚠ The same notice goes on to say Qays was **killed at Ṣiffīn among ʿAlī's ؓ commanders** — that clause</a:t>
            </a:r>
          </a:p>
          <a:p>
            <a:r>
              <a:t>is not quoted here and does not go into this session. The books differ on Qays: «ارتدّ عن الإسلام»</a:t>
            </a:r>
          </a:p>
          <a:p>
            <a:r>
              <a:t>(البدایہ ج۷ ص۴۲) against a notice that is silent on it (سیر ج۳ ص۵۲۰). Record both; decide nothing.</a:t>
            </a:r>
          </a:p>
          <a:p/>
          <a:p>
            <a:r>
              <a:t>BACKGROUND (read at home, not aloud) —</a:t>
            </a:r>
          </a:p>
          <a:p>
            <a:r>
              <a:t>Three of the men of this evening went north. Al-Ashʿath ؓ and ʿAmr b. Maʿdī Karib ؓ were in the delegation Saʿd ؓ sent to call Rustam to Islam before al-Qādisiyya. Qays b. Makshūḥ fought at the Yarmūk, came east with the reinforcements from Syria, and commanded the left wing at al-Qādisiyya. Qays and al-Ashʿath ؓ each lost an eye at the Yarmūk. At Nahāwand, Ibn Kathīr lists ʿAmr ؓ, Qays and Ṭulayḥa ؓ side by side among the leading men of the army. And he records what Jābir b. ʿAbd Allāh ؓ swore about the army at al-Qādisiyya. He said they had suspected three men of wanting this world — and when they looked into those three, they found nothing to match their honesty and their indifference to it. The three names are Ṭulayḥa, who had claimed prophethood; ʿAmr ؓ, who had followed al-Aswad; and Qays, who had turned on the Abnāʾ.</a:t>
            </a:r>
          </a:p>
          <a:p/>
          <a:p>
            <a:r>
              <a:t>&gt;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ج۷ ص۱۳۳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a:t>
            </a:r>
          </a:p>
          <a:p/>
          <a:p>
            <a:r>
              <a:t>&gt; وعلى الميسرة قيس بن مكشوح، وكان قيس والمغيرة بن شعبة قد قدما على سعد مددًا من عند أبي عبيدة من الشام بعدما شهدا وقعة اليرموك.</a:t>
            </a:r>
          </a:p>
          <a:p>
            <a:r>
              <a:t>&gt; — البدایہ والنہایہ ج۷ ص۱۳۹ · https://shamela.ws/book/30097/3285</a:t>
            </a:r>
          </a:p>
          <a:p>
            <a:r>
              <a:t>&gt; *English:* "And over the left wing, Qays b. Makshūḥ. Qays and al-Mughīra b. Shuʿba had come to Saʿd as</a:t>
            </a:r>
          </a:p>
          <a:p>
            <a:r>
              <a:t>&gt; reinforcements from Abū ʿUbayda in Syria, after they had fought at the Yarmūk."</a:t>
            </a:r>
          </a:p>
          <a:p/>
          <a:p>
            <a:r>
              <a:t>&gt;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ج۷ ص۲۴۳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a:t>
            </a:r>
          </a:p>
          <a:p/>
          <a:p>
            <a:r>
              <a:t>**Al-Dhahabī's whole notice on Qays b. Makshūḥ — it does not mention the ridda at all:**</a:t>
            </a:r>
          </a:p>
          <a:p/>
          <a:p>
            <a:r>
              <a:t>&gt; الأَمِيْرُ، أَبُو حَسَّانٍ المُرَادِيُّ، مِنْ وُجُوْهِ العَرَبِ المَوْصُوْفِيْنَ بِالشَّجَاعَةِ. وَكَانَ مِمَّنْ أَعَانَ عَلَى قَتْلِ الأَسْوَدِ العَنْسِيِّ، وَقُلِعَتْ عَيْنُهُ يَوْمَ اليَرْمُوْكِ.</a:t>
            </a:r>
          </a:p>
          <a:p>
            <a:r>
              <a:t>&gt; — سیر أعلام النبلاء ج۳ ص۵۲۰ · https://shamela.ws/book/10906/3128</a:t>
            </a:r>
          </a:p>
          <a:p>
            <a:r>
              <a:t>&gt; *English:* "The commander, Abū Ḥassān al-Murādī, one of the notable Arabs known for courage. He was</a:t>
            </a:r>
          </a:p>
          <a:p>
            <a:r>
              <a:t>&gt; among those who helped kill al-Aswad al-ʿAnsī, and his eye was put out on the day of the Yarmūk."</a:t>
            </a:r>
          </a:p>
          <a:p/>
          <a:p>
            <a:r>
              <a:t>## Kinda: the kingdom before Islam, and the house of al-Ashʿath</a:t>
            </a:r>
          </a:p>
          <a:p/>
          <a:p>
            <a:r>
              <a:t>*Source note: [`kinda-the-kingdom-before-islam-and-the-house-of-al-ashath.md`](../docs/research/kinda-the-kingdom-before-islam-and-the-house-of-al-ashath.md)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a man who came back</a:t>
            </a:r>
          </a:p>
          <a:p/>
          <a:p>
            <a:r>
              <a:t>SAY —</a:t>
            </a:r>
          </a:p>
          <a:p>
            <a:r>
              <a:t>1. He steps back at a funeral — At a funeral, al-Ashʿath ؓ stepped back and put Jarīr b. ʿAbd Allāh ؓ forward to lead the prayer.</a:t>
            </a:r>
          </a:p>
          <a:p>
            <a:r>
              <a:t>2. Somebody asks him why — He gave the reason in six words.</a:t>
            </a:r>
          </a:p>
          <a:p>
            <a:r>
              <a:t>   ^ read the Arabic on the face here</a:t>
            </a:r>
          </a:p>
          <a:p>
            <a:r>
              <a:t>3. Said in public, years afterwards — Forgiven, married into al-Ṣiddīq's ؓ family, made a commander, and he still said it of himself.</a:t>
            </a:r>
          </a:p>
          <a:p/>
          <a:p>
            <a:r>
              <a:t>QUOTE — إِنَّ هَذَا لَمْ يَرْتَدَّ، وَإِنِّي ارْتَدَدْتُ.</a:t>
            </a:r>
          </a:p>
          <a:p>
            <a:r>
              <a:t>"This man did not apostatise. And I did."</a:t>
            </a:r>
          </a:p>
          <a:p>
            <a:r>
              <a:t>— سیر أعلام النبلاء ج۲ ص۴۰</a:t>
            </a:r>
          </a:p>
          <a:p/>
          <a:p>
            <a:r>
              <a:t>عبرت — A man who will say the worst thing about himself out loud has taken its power away from everybody else.</a:t>
            </a:r>
          </a:p>
          <a:p/>
          <a:p>
            <a:r>
              <a:t>MAP — No map.</a:t>
            </a:r>
          </a:p>
          <a:p/>
          <a:p>
            <a:r>
              <a:t>BACKGROUND (read at home, not aloud) —</a:t>
            </a:r>
          </a:p>
          <a:p>
            <a:r>
              <a:t>At a funeral where both men were standing, al-Ashʿath b. Qays ؓ stepped back and put Jarīr b. ʿAbd Allāh ؓ forward to lead the prayer. Somebody asked him why, and he gave the reason in six words. He had been forgiven, married into the Ṣiddīq ؓ's own family, and made a commander; and he still said this about himself in public, years afterwards.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tools/mapstudio/scenes/s04-11-kinda-before-islam.json in tools/mapstudio/index.html, export step(s) 1–2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Pre-Islamic dates are an estimate and must be labelled as one on the slide</a:t>
            </a:r>
          </a:p>
          <a:p/>
          <a:p>
            <a:r>
              <a:t>WHEN, as the card gives it: before Islam, not dated in our sources; `[CONVENTIONAL-ESTIMATE]` late 5th century CE — label it on the slide</a:t>
            </a:r>
          </a:p>
          <a:p/>
          <a:p>
            <a:r>
              <a:t>SAY —</a:t>
            </a:r>
          </a:p>
          <a:p>
            <a:r>
              <a:t>1. Kinda was a southern tribe — Of Qaḥṭān, not of the northern Arabs it came to rule.</a:t>
            </a:r>
          </a:p>
          <a:p>
            <a:r>
              <a:t>2. The north had a problem — Among Bakr the reckless had overpowered the wise; the strong ate the weak.</a:t>
            </a:r>
          </a:p>
          <a:p>
            <a:r>
              <a:t>3. They wanted a king from outside — Not one of their own, whom half would obey and half defy.</a:t>
            </a:r>
          </a:p>
          <a:p>
            <a:r>
              <a:t>4. So they went to a Tubbaʿ of Yemen — And he gave them a man of Kinda: Ḥujr b. ʿAmr, Ākil al-Murār.</a:t>
            </a:r>
          </a:p>
          <a:p>
            <a:r>
              <a:t>   ^ read the Arabic on the face here</a:t>
            </a:r>
          </a:p>
          <a:p>
            <a:r>
              <a:t>5. What he did with it — He settled at Baṭn ʿĀqil and took back Bakr's lands from al-Ḥīra.</a:t>
            </a:r>
          </a:p>
          <a:p>
            <a:r>
              <a:t>6. Ibn Khaldūn tells it differently — A Ḥimyarite king set Ḥujr over all of Maʿadd. Say both; resolve neither.</a:t>
            </a:r>
          </a:p>
          <a:p/>
          <a:p>
            <a:r>
              <a:t>QUOTE — فَرَأَوْا أَنْ يُمَلِّكُوا عَلَيْهِمْ مَلِكًا يَأْخُذُ لِلضَّعِيفِ مِنَ الْقَوِيِّ</a:t>
            </a:r>
          </a:p>
          <a:p>
            <a:r>
              <a:t>"They decided to set a king over themselves who would take the weak man's due from the strong."</a:t>
            </a:r>
          </a:p>
          <a:p>
            <a:r>
              <a:t>— الکامل فی التاریخ ج۱ ص۴۶۲</a:t>
            </a:r>
          </a:p>
          <a:p/>
          <a:p>
            <a:r>
              <a:t>عبرت — A people that could not keep the strong from the weak went looking for a ruler from outside.</a:t>
            </a:r>
          </a:p>
          <a:p/>
          <a:p>
            <a:r>
              <a:t>HANDS UP — *"If your own tribe cannot agree on a chief, where do you look?"*</a:t>
            </a:r>
          </a:p>
          <a:p/>
          <a:p>
            <a:r>
              <a:t>MAP — Arabia with Yemen shaded. An arrow from Yemen north into Najd, ending at **Baṭn ʿĀqil**, which takes a plain place marker. The tribal names Bakr, Asad, Ghaṭafān, Taghlib appear in the north.</a:t>
            </a:r>
          </a:p>
          <a:p/>
          <a:p>
            <a:r>
              <a:t>BACKGROUND (read at home, not aloud) —</a:t>
            </a:r>
          </a:p>
          <a:p>
            <a:r>
              <a:t>Kinda was a tribe of the south, of Qaḥṭān. The books of the Arabs' past report that among the northern tribe of Bakr the reckless men had overpowered the wise, and the strong were eating the weak. The wise men wanted a king who would take the weak man's due from the strong — but not one of their own, whom half would obey and half defy. So they went to a Tubbaʿ of Yemen, and he gave them a man of Kinda: Ḥujr b. ʿAmr, remembered as Ākil al-Murār. He settled at Baṭn ʿĀqil, took back Bakr's lands from the Lakhmids of al-Ḥīra, and was buried there. Ibn Khaldūn, following an older genealogist, tells it differently: a Ḥimyarite king set Ḥujr over all of Maʿadd.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Kisrā is already known to the room from evening 3 ()</a:t>
            </a:r>
          </a:p>
          <a:p/>
          <a:p>
            <a:r>
              <a:t>WHEN, as the card gives it: `[SOURCED]` "in the days of Qubādh", about 130 years before the Hijra; any CE year `[CONVENTIONAL-ESTIMATE]` (early 6th century CE)</a:t>
            </a:r>
          </a:p>
          <a:p/>
          <a:p>
            <a:r>
              <a:t>SAY —</a:t>
            </a:r>
          </a:p>
          <a:p>
            <a:r>
              <a:t>1. Ḥujr's grandson al-Ḥārith — A king of great power and far-reaching name, in Ibn al-Athīr's words.</a:t>
            </a:r>
          </a:p>
          <a:p>
            <a:r>
              <a:t>2. A Persian quarrel reaches the Arabs — Qubādh adopted the teaching of Mazdak; his governor at al-Ḥīra refused.</a:t>
            </a:r>
          </a:p>
          <a:p>
            <a:r>
              <a:t>3. al-Ḥārith accepted, and was given al-Ḥīra — The high point of the house.</a:t>
            </a:r>
          </a:p>
          <a:p>
            <a:r>
              <a:t>   ^ read the Arabic on the face here</a:t>
            </a:r>
          </a:p>
          <a:p>
            <a:r>
              <a:t>4. The next Persian king undid it — Anūshirwān killed Mazdak, restored the old governor, and hunted al-Ḥārith.</a:t>
            </a:r>
          </a:p>
          <a:p>
            <a:r>
              <a:t>5. What it cost the house — Forty-eight men of it were caught and put to death, two of them his sons.</a:t>
            </a:r>
          </a:p>
          <a:p>
            <a:r>
              <a:t>6. The historian's own caution — Ibn al-Athīr says openly that some of this looks like Kinda praising itself.</a:t>
            </a:r>
          </a:p>
          <a:p/>
          <a:p>
            <a:r>
              <a:t>QUOTE — وَيُشْبِهُ أَنْ يَكُونَ بَعْضُ الْكِنْدِيِّينَ قَدْ ذَكَرَ هَذَا تَعَصُّبًا، وَاللَّهُ أَعْلَمُ.</a:t>
            </a:r>
          </a:p>
          <a:p>
            <a:r>
              <a:t>"It looks as though some of the Kindīs mentioned this out of partisanship — and Allah knows best."</a:t>
            </a:r>
          </a:p>
          <a:p>
            <a:r>
              <a:t>— الکامل فی التاریخ ج۱ ص۴۶۱</a:t>
            </a:r>
          </a:p>
          <a:p/>
          <a:p>
            <a:r>
              <a:t>عبرت — What one foreign king gave, the next foreign king took back.</a:t>
            </a:r>
          </a:p>
          <a:p/>
          <a:p>
            <a:r>
              <a:t>MAP — Kinda's marker moves from Najd to **al-Ḥīra** on the Euphrates, then retreats to **al-Anbār**, then flees west into the **land of Kalb**. A red marker at the lands of **Banū Marīnā** near al-Ḥīra.</a:t>
            </a:r>
          </a:p>
          <a:p/>
          <a:p>
            <a:r>
              <a:t>BACKGROUND (read at home, not aloud) —</a:t>
            </a:r>
          </a:p>
          <a:p>
            <a:r>
              <a:t>Ḥujr's grandson al-Ḥārith was, in Ibn al-Athīr's words, a king of great power and far-reaching name. When the Persian king Qubādh adopted the teaching of Mazdak, his Arab governor at al-Ḥīra refused to follow; al-Ḥārith accepted, and was given al-Ḥīra. The next Persian king, Anūshirwān, killed Mazdak, restored the old governor and hunted al-Ḥārith. He escaped to the land of Kalb. Forty-eight men of his house were caught, among them two of his sons, and were put to death in the lands of Banū Marīnā. Ibn al-Athīr, checking one of these stories against the order of the kings, says some of it looks like Kinda praising itself — and says so openly.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KD04 stays CUT; one spoken sentence at most</a:t>
            </a:r>
          </a:p>
          <a:p/>
          <a:p>
            <a:r>
              <a:t>WHEN, as the card gives it: before Islam, not dated in our sources; `[CONVENTIONAL-ESTIMATE]` first half of the 6th century CE</a:t>
            </a:r>
          </a:p>
          <a:p/>
          <a:p>
            <a:r>
              <a:t>SAY —</a:t>
            </a:r>
          </a:p>
          <a:p>
            <a:r>
              <a:t>1. The northern chiefs come to him — The killing between us will wipe us out; send your sons to hold us apart.</a:t>
            </a:r>
          </a:p>
          <a:p>
            <a:r>
              <a:t>2. Four sons set as kings — One over each of the tribes.</a:t>
            </a:r>
          </a:p>
          <a:p>
            <a:r>
              <a:t>3. Ḥujr goes to Banū Asad — And takes a yearly levy from them.</a:t>
            </a:r>
          </a:p>
          <a:p>
            <a:r>
              <a:t>4. They throw out his collectors — He came with an army, killed their leading men, drove the rest to Tihāma.</a:t>
            </a:r>
          </a:p>
          <a:p>
            <a:r>
              <a:t>5. He relented and called them back — And a day's march from him, they turned.</a:t>
            </a:r>
          </a:p>
          <a:p>
            <a:r>
              <a:t>   ^ read the Arabic on the face here</a:t>
            </a:r>
          </a:p>
          <a:p>
            <a:r>
              <a:t>6. They reached his tent and killed him — The man who struck him was one whose father Ḥujr had killed.</a:t>
            </a:r>
          </a:p>
          <a:p/>
          <a:p>
            <a:r>
              <a:t>QUOTE — يَا مَعْشَرَ كِنَانَةَ وَقَيْسٍ أَنْتُمْ إِخْوَانُنَا وَبَنُو عَمِّنَا، وَالرَّجُلُ بَعِيدُ النَّسَبِ مِنَّا وَمِنْكُمْ، وَقَدْ رَأَيْتُمْ سِيرَتَهُ</a:t>
            </a:r>
          </a:p>
          <a:p>
            <a:r>
              <a:t>"Men of Kināna and Qays — you are our brothers and cousins. This man is far from us and from you in lineage, and you have seen how he conducted himself."</a:t>
            </a:r>
          </a:p>
          <a:p>
            <a:r>
              <a:t>— الکامل فی التاریخ ج۱ ص۴۶۴</a:t>
            </a:r>
          </a:p>
          <a:p/>
          <a:p>
            <a:r>
              <a:t>عبرت — A rule that was asked for to stop the killing ended by killing, and was ended the same way.</a:t>
            </a:r>
          </a:p>
          <a:p/>
          <a:p>
            <a:r>
              <a:t>MAP — al-Ḥārith's sons spread out as four short arrows from al-Ḥīra: to **Asad and Ghaṭafān**, to **Bakr b. Wāʾil**, to **Qays ʿAylān**, to **Taghlib**. The Asad arrow ends at **Tihāma** with a red marker.</a:t>
            </a:r>
          </a:p>
          <a:p/>
          <a:p>
            <a:r>
              <a:t>BACKGROUND (read at home, not aloud) —</a:t>
            </a:r>
          </a:p>
          <a:p>
            <a:r>
              <a:t>The chiefs of the northern tribes came to al-Ḥārith and said: we are in your obedience, the killing between us will wipe us out — send your sons to live among us and hold us back from each other. He set four sons as kings over the tribes. Ḥujr went to Banū Asad and took a yearly levy. When they threw out his collectors he came with an army, seized their leading men and killed them with the staff, and drove the rest to Tihāma. He relented and called them back; but a day's march from him they turned, reached his tent and killed him. The man who struck him was one whose father Ḥujr had killed. Then Banū Asad called to the Qays and Kināna in Ḥujr's own army.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delegation, 10 AH (standard date, to verify)</a:t>
            </a:r>
          </a:p>
          <a:p/>
          <a:p>
            <a:r>
              <a:t>WHEN, as the card gives it: the year of delegations, `[STANDARD]` 10 AH (to verify) — no fetched page gives the year</a:t>
            </a:r>
          </a:p>
          <a:p/>
          <a:p>
            <a:r>
              <a:t>SAY —</a:t>
            </a:r>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   ^ read the Arabic on the face here</a:t>
            </a:r>
          </a:p>
          <a:p>
            <a:r>
              <a:t>6. And al-Ashʿath closed it himself — Any man I hear say it again gets eighty lashes.</a:t>
            </a:r>
          </a:p>
          <a:p/>
          <a:p>
            <a:r>
              <a:t>QUOTE — لا، نحن بنو النَّضْر بن كنانة، لا نَقْفُو أمَّنا، ولا ننتفي من أبينا</a:t>
            </a:r>
          </a:p>
          <a:p>
            <a:r>
              <a:t>"No. We are the sons of al-Naḍr b. Kināna. We do not trace ourselves through our mother, and we do not disown our father."</a:t>
            </a:r>
          </a:p>
          <a:p>
            <a:r>
              <a:t>— البدایہ والنہایہ ج۵ ص۵۶</a:t>
            </a:r>
          </a:p>
          <a:p/>
          <a:p>
            <a:r>
              <a:t>عبرت — They offered him a royal ancestry as a gift, and he declined it with a smile.</a:t>
            </a:r>
          </a:p>
          <a:p/>
          <a:p>
            <a:r>
              <a:t>HANDS UP — *"Someone offers to make you a descendant of kings. What does it cost you to say yes?"*</a:t>
            </a:r>
          </a:p>
          <a:p/>
          <a:p>
            <a:r>
              <a:t>MAP — an arrow from **Ḥaḍramawt** north to **Medina**. Medina lights up.</a:t>
            </a:r>
          </a:p>
          <a:p/>
          <a:p>
            <a:r>
              <a:t>BACKGROUND (read at home, not aloud) —</a:t>
            </a:r>
          </a:p>
          <a:p>
            <a:r>
              <a:t>Kinda came to Medina in a large delegation — eighty riders in one report, seventy in another, ten-odd in a third — with al-Ashʿath b. Qays at their head. They walked into the Prophet's ﷺ mosque with their hair combed and kohl on their eyes, in Yemeni cloaks edged with silk. He asked: have you not accepted Islam? — yes — then what is this silk on your necks? They tore it off. Then al-Ashʿath said: we are the sons of Ākil al-Murār, and so are you. The Prophet ﷺ smiled. Traders of Quraysh used to claim that lineage abroad for the honour of it, the report explains, because Kinda had been kings. He answered: no — we are the sons of al-Naḍr b. Kināna; we do not trace ourselves through our mother, nor disown our father. al-Ashʿath turned to his people: any man I hear say it again gets eighty lashes.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source links the kingship to the ⁨ردة⁩. Leave the question open</a:t>
            </a:r>
          </a:p>
          <a:p/>
          <a:p>
            <a:r>
              <a:t>SAY —</a:t>
            </a:r>
          </a:p>
          <a:p>
            <a:r>
              <a:t>1. A year or so later, Kinda broke away — The same tribe, the same men, the other side of the line.</a:t>
            </a:r>
          </a:p>
          <a:p>
            <a:r>
              <a:t>2. "The four kings" — Four brothers of one Kinda clan, with their sister, taking to their strongholds.</a:t>
            </a:r>
          </a:p>
          <a:p>
            <a:r>
              <a:t>   ^ read the Arabic on the face here</a:t>
            </a:r>
          </a:p>
          <a:p>
            <a:r>
              <a:t>3. al-Ashʿath was not one of them — He was of a different branch of the tribe.</a:t>
            </a:r>
          </a:p>
          <a:p>
            <a:r>
              <a:t>4. What Ibn al-Athīr says the cause was — An arrangement for carrying zakāt between Kinda and Ḥaḍramawt.</a:t>
            </a:r>
          </a:p>
          <a:p>
            <a:r>
              <a:t>5. Not the kingship — The books show the royal past, the royal claim and the royal title, and draw no line between them.</a:t>
            </a:r>
          </a:p>
          <a:p>
            <a:r>
              <a:t>6. And neither do we — The question is left open, because the sources leave it open.</a:t>
            </a:r>
          </a:p>
          <a:p/>
          <a:p>
            <a:r>
              <a:t>QUOTE — وَهُمُ الْمُلُوكُ الْأَرْبَعَةُ رُؤَسَاءُ عَمْرٍو</a:t>
            </a:r>
          </a:p>
          <a:p>
            <a:r>
              <a:t>"These are the four kings, the chiefs of ʿAmr."</a:t>
            </a:r>
          </a:p>
          <a:p>
            <a:r>
              <a:t>— الکامل فی التاریخ ج۲ ص۲۳۱</a:t>
            </a:r>
          </a:p>
          <a:p/>
          <a:p>
            <a:r>
              <a:t>عبرت — The books keep the old royal title in use in the ridda; they do not say what it meant to the men who bore it, and neither do we.</a:t>
            </a:r>
          </a:p>
          <a:p/>
          <a:p>
            <a:r>
              <a:t>MAP — Ḥaḍramawt, with a cluster of small strongholds (*maḥājir*) marked; one labelled for **Banū ʿAmr b. Muʿāwiya**, one for **Banū al-Ḥārith b. Muʿāwiya**. Hand over to the ridda map of the sister note.</a:t>
            </a:r>
          </a:p>
          <a:p/>
          <a:p>
            <a:r>
              <a:t>BACKGROUND (read at home, not aloud) —</a:t>
            </a:r>
          </a:p>
          <a:p>
            <a:r>
              <a:t>A year or so later Kinda broke away. When Ibn al-Athīr describes the chiefs taking to their strongholds, he calls four brothers of one Kinda clan, with their sister, "the four kings", and when al-Nujayr falls he says the kings inside it were brought down. al-Ashʿath was of a different branch of the tribe. The cause Ibn al-Athīr himself gives for the ridda of Kinda is an arrangement for carrying zakāt between Kinda and Ḥaḍramawt — not the kingship. The books show us the royal past, the royal claim, and the royal title in the ridda; none of them draws the line between them, and neither do we.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 1 frames the forward references. Redundant with — run one, not both</a:t>
            </a:r>
          </a:p>
          <a:p/>
          <a:p>
            <a:r>
              <a:t>WHEN, as the card gives it: 11–40 AH; died 40 AH `[SOURCED]`</a:t>
            </a:r>
          </a:p>
          <a:p/>
          <a:p>
            <a:r>
              <a:t>SAY —</a:t>
            </a:r>
          </a:p>
          <a:p>
            <a:r>
              <a:t>1. A look ahead, and say so — Most of what follows is in evenings this course has not reached; note only that he is in them.</a:t>
            </a:r>
          </a:p>
          <a:p>
            <a:r>
              <a:t>2. The man brought to Medina in fetters — Lived nearly thirty more years as a Muslim.</a:t>
            </a:r>
          </a:p>
          <a:p>
            <a:r>
              <a:t>3. Abū Bakr ؓ married him to his own sister — The pardon was not a suspended sentence.</a:t>
            </a:r>
          </a:p>
          <a:p>
            <a:r>
              <a:t>4. Sent to call Rustam before al-Qādisiyya — Among the notables chosen for it.</a:t>
            </a:r>
          </a:p>
          <a:p>
            <a:r>
              <a:t>5. He lost an eye at al-Yarmūk — And was made governor of Ādharbayjān by ʿUthmān ؓ.</a:t>
            </a:r>
          </a:p>
          <a:p>
            <a:r>
              <a:t>6. Senior commander at Ṣiffīn — And he died at Kūfa in 40 AH, with al-Ḥasan ؓ praying over him.</a:t>
            </a:r>
          </a:p>
          <a:p>
            <a:r>
              <a:t>7. What he said at a funeral — He put Jarīr b. ʿAbdallāh ؓ forward to lead, and said why.</a:t>
            </a:r>
          </a:p>
          <a:p>
            <a:r>
              <a:t>   ^ read the Arabic on the face here</a:t>
            </a:r>
          </a:p>
          <a:p/>
          <a:p>
            <a:r>
              <a:t>QUOTE — فَقَدَّمَ الأَشْعَثُ جَرِيْراً، وَقَالَ: إِنَّ هَذَا لَمْ يَرْتَدَّ، وَإِنِّي ارْتَدَدْتُ</a:t>
            </a:r>
          </a:p>
          <a:p>
            <a:r>
              <a:t>"al-Ashʿath put Jarīr forward, and said: This man did not apostatise — and I did."</a:t>
            </a:r>
          </a:p>
          <a:p>
            <a:r>
              <a:t>— سیر أعلام النبلاء ج۲ ص۴۰</a:t>
            </a:r>
          </a:p>
          <a:p/>
          <a:p>
            <a:r>
              <a:t>عبرت — The pardon was complete, and so was his own memory of what he had been pardoned for.</a:t>
            </a:r>
          </a:p>
          <a:p/>
          <a:p>
            <a:r>
              <a:t>MAP — a single line of points for his later life: **al-Qādisiyya** → **al-Yarmūk** → **Ādharbayjān** → **Kūfa**. No battle markers.</a:t>
            </a:r>
          </a:p>
          <a:p/>
          <a:p>
            <a:r>
              <a:t>BACKGROUND (read at home, not aloud) —</a:t>
            </a:r>
          </a:p>
          <a:p>
            <a:r>
              <a:t>The man brought to Medina in fetters lived nearly thirty more years as a Muslim. Abū Bakr ؓ married him to his own sister. He was among the notables sent to call Rustam before al-Qādisiyya; he lost an eye at al-Yarmūk; ʿUthmān ؓ made him governor of Ādharbayjān; he was the senior commander with ʿAlī ؓ at Ṣiffīn; and he died at Kūfa in 40 AH, and al-Ḥasan ؓ prayed over him. At a funeral where he and Jarīr b. ʿAbdallāh ؓ were both present, he put Jarīr forward to lead the prayer, and said why.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tools/mapstudio/scenes/s04-close-stop-b.json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RCT/E-RC50, RCT/E-RC63, RCT/E-RC54, RCT/E-RC16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tools/mapstudio/scenes/s04-close-stop-a.json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ATA/E-TB15, RCT/E-RC47, RCT/E-RC50, RCT/E-RC52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tools/mapstudio/scenes/s04-close-stop-c.json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RCT/E-RC54, RCT/E-RC58, RCT/E-RC59, RCT/E-RC19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open tools/mapstudio/scenes/s04-close-stop-d.json in tools/mapstudio/index.html, export step(s) all as PNG, and place them here (one slide per step if you want the build-up).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from RCT/E-RC50, RCT/E-RC58, TSY/E-YK19, POT/E-PG41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al-Butah, al-Yamama, and the last front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series/visuals//home/user/2026SeptemberIslamicHistoryClass/S04_kinda_butah_yamama/visuals/line_s04_open.png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tools/mapstudio/scenes/s04-00-where-we-stopped.json, export step(s) all, place here.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Sanaa</a:t>
            </a:r>
          </a:p>
        </p:txBody>
      </p:sp>
      <p:sp>
        <p:nvSpPr>
          <p:cNvPr id="11" name="TextBox 10"/>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2" name="Rectangle 11"/>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Hadramawt</a:t>
            </a:r>
          </a:p>
        </p:txBody>
      </p:sp>
      <p:sp>
        <p:nvSpPr>
          <p:cNvPr id="14" name="TextBox 13"/>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grey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(10–11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end of the year 10</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Rabia"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Sajah comes down from the north</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tools/mapstudio/scenes/s04-01-sajah.json, export step(s) 1–3,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al-Jazira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al-Yamama before the army came</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tools/mapstudio/scenes/s04-02-al-yamama-before.json,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Hajr</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Thumama ؓ</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fighting Musaylima already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Khalid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Buzakha to al-Butah</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tools/mapstudio/scenes/s04-03-buzakha-to-al-butah.json,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Buzakha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al-Butah</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Ansar who would not march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Malik b. Nuwayra, standing apart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"Banū Yarbūʿ — we were called to this matter and we were slow to it and did not prosper. I have looked into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–213,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 on what it had…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واختلفت السريةُ فيهم، فشهد أبو قتادة - الحارث بن ربعي الأنصاري - أنهم أقاموا الصلاةَ، وقال آخرون: إنهم لم يُؤَذّنوا ولا صَلّوا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patrol disagreed about them: Abū Qatāda al-Anṣārī — al-Ḥārith b. Ribʿī — testified that they had established the prayer, and others said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وَهِيَ فِي لُغَةِ كِنَانَةَ الْقَتْلُ، فَظَنَّ الْقَوْمُ أَنَّهُ أَرَادَ الْقَتْلَ، وَلَمْ يُرِدْ إِلَّا الدِّفْءَ</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in the dialect of Kināna that word means killing. So the people supposed he meant killing, and he had meant nothing but…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tools/mapstudio/scenes/s04-04-back-to-medina.json, export step(s) 1,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al-Butah → Medina</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is sent for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Were I a man who made verse, I would have elegised my brother Zayd. Mutammim said: They are not alike, Commander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 AH)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al-Yamama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tools/mapstudio/scenes/s04-05-medina-to-al-yamama.json,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 → al-Yamama</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al-Yamama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 وأوعب معه المسلمون، وعلى الأنصار ثابتُ بن قيس بن شمّاس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tools/mapstudio/scenes/s04-06-two-commanders.json, export step(s) 1–3,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Ikrima ؓ</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south</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Shurahbil ؓ</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Go on to Ḥudhayfa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–215 · straddles the page break, vol. 2, p. 214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Aqraba, and the ground behind it</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tools/mapstudio/scenes/s04-07-aqraba.json,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Aqraba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 — Aqraba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مولى أبي حذيفة، ورايةُ الأنصار مع ثابت بن قيس بن شمّاس، والعرب على راياتها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the freedman of Abū Ḥudhayfa; the Anṣār's banner with Thābit b. Qays b. Shammās; and the Arabs each…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ويُنكحن غيرَ حظيّاتٍ، فقاتلوا عن أحسابكم، وامنعوا نساءكم.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and married without being cherished.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 أَعْظَمَ فِتْنَةً عَلَى بَنِي حَنِيفَةَ مِنْ مُسَيْلِمَةَ، شَهِدَ أَنَّ مُحَمَّدًا - صَلَّى اللَّهُ عَلَيْهِ وَسَلَّمَ - يَقُولُ: إِنَّ مُسَيْلِمَةَ قَدْ أُشْرِكَ مَعَهُ، فَصَدَّقُوهُ وَاسْتَجَابُوا 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was a greater fitna upon Banū Ḥanīfa than Musaylima. He testified that Muḥammad ﷺ said that Musaylima had been made a partner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 "A wretched bearer of the Qurʾān…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الناس عَضُّوا على أضراسكم، واضربوا في عدوِّكم وامضوا قدمًا … والله لا أتكلَّمُ حتى يهزمهم اللهُ أو ألقىَ اللهَ فأكلِّمه بحجَّتي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bite down on your back teeth, strike into your enemy and go forward … By Allah, I will not speak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Ḥudhayfa ؓ — "adorn the Qurʾān with deeds"</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Khalid between the lines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ثم نادى بشعار المسلمين - وكان شعارهم يومئذ: يا محمداه - وجعل لا يبرز لهم أحدٌ إلا قتله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then he called out the Muslims' watchword,…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tools/mapstudio/scenes/s04-07-aqraba.json, export step(s) 3–4,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Muhajirun · Ansar · the tribes</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under its own banner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and Kinda: the last front (11–12 AH)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Hadramawt and Kinda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tools/mapstudio/scenes/s04-08-hadramawt-and-kinda.json, export step(s) 1,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Hadramawt</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Ziyad b. Labid ؓ</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zakat camels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Hadramawt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 mounts — carry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Hadramawt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 The humbled man is the one who is devoured…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 Men of honour will stay with a doubtful position, and think it beneath…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tools/mapstudio/scenes/s04-08-hadramawt-and-kinda.json, export step(s) 2–4,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four kings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 — who had the numbers and the strength — from…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Hadramawt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al-Ashath b. Qays comes into it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 so he rose with his people, recovered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march on al-Nujayr</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tools/mapstudio/scenes/s04-09-the-march-on-al-nujayr.json,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al-Muhajir ؓ</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ahead, from Sanaa</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Ikrima ؓ</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main body, behind him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knife at the writing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 Jaḥdam leapt at him with a knife and said: Will you write me in, or shall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al-Nujayr: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by al-Kamil's arrangement;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other telling</a:t>
            </a:r>
          </a:p>
        </p:txBody>
      </p:sp>
      <p:sp>
        <p:nvSpPr>
          <p:cNvPr id="6" name="TextBox 5"/>
          <p:cNvSpPr txBox="1"/>
          <p:nvPr/>
        </p:nvSpPr>
        <p:spPr>
          <a:xfrm>
            <a:off x="566928" y="3625596"/>
            <a:ext cx="11057839" cy="713232"/>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Georgia"/>
              </a:rPr>
              <a:t>Ibn al-Athīr does not leave it at one account.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 Medina</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tools/mapstudio/scenes/s04-10-al-ashath-to-medina.json, export step(s) 1,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al-Ashath</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bound, to Abu Bakr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do you think I will do with you?"</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 document was sealed, only on those named in it; before that you were only negotiating."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wedding feast in the camel market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 This man has married his sister to me, and had we been in our own country we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al-Qadisiyya to Nahawand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suspected three 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 them we found nothing to match their trustworthiness and their abstinence: Ṭulayḥa b.…</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This man did not apostatise, and I did</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Flashback: Kinda had been kings (OPTIONAL — cut this whole part first)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before Islam</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tools/mapstudio/scenes/s04-11-kinda-before-islam.json, export step(s) 1–2,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Yemen</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house of Akil al-Murar</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tribes they were set over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Islam — an estimate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Yemeni house made kings over the northern tribes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فَرَأَوْا أَنْ يُمَلِّكُوا عَلَيْهِمْ مَلِكًا يَأْخُذُ لِلضَّعِيفِ مِنَ الْقَوِيِّ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decided to set a king over themselves who would take the weak man's due from the strong."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1, p. 462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Islam — an estimate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al-Hira given, al-Hira taken back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وَيُشْبِهُ أَنْ يَكُونَ بَعْضُ الْكِنْدِيِّينَ قَدْ ذَكَرَ هَذَا تَعَصُّبًا، وَاللَّهُ أَعْلَمُ.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looks as though some of the Kindīs mentioned this out of partisanship — and Allah knows best."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1, p. 461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Islam — an estimate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"Far from us in lineage"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كِنَانَةَ وَقَيْسٍ أَنْتُمْ إِخْوَانُنَا وَبَنُو عَمِّنَا، وَالرَّجُلُ بَعِيدُ النَّسَبِ مِنَّا وَمِنْكُمْ، وَقَدْ رَأَيْتُمْ سِيرَتَهُ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of Kināna and Qays — you are our brothers and cousins. This man is far from us and from you in lineage,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1, p. 464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are the sons of Ākil al-Murār"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 We do not trace ourselves through our mother, and we do not disown our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ridda of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وَهُمُ الْمُلُوكُ الْأَرْبَعَةُ رُؤَسَاءُ عَمْرٍو</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"These are the four kings, the chiefs of ʿAmr."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12–40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al-Ashath after the pardon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فَقَدَّمَ الأَشْعَثُ جَرِيْراً، وَقَالَ: إِنَّ هَذَا لَمْ يَرْتَدَّ، وَإِنِّي ارْتَدَدْتُ</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put Jarīr forward, and said: This man did not apostatise —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series/visuals//home/user/2026SeptemberIslamicHistoryClass/S04_kinda_butah_yamama/visuals/line_s04_stop_b.png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tools/mapstudio/scenes/s04-close-stop-b.json,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reckoning ended and the orders began in the same room, on the same day.</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put his own people's homes behind his line so that no one could run. It worked, and it cost more lives than any other day of the war.</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kept one prisoner alive on a stranger's advice, and that decision settled the end of the battle before it started.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Khalid's ؓ own tent. Next week he saves a life, and then a life is saved for him.</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series/visuals//home/user/2026SeptemberIslamicHistoryClass/S04_kinda_butah_yamama/visuals/line_s04_stop_a.png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tools/mapstudio/scenes/s04-close-stop-a.json,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blue</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red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Khalid ؓ keeps his command, and the last claimant is waiting in al-Yamama with forty thousand men. What happens when the army reaches him?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series/visuals//home/user/2026SeptemberIslamicHistoryClass/S04_kinda_butah_yamama/visuals/line_s04_stop_c.png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tools/mapstudio/scenes/s04-close-stop-c.json,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Aqraba</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day undecided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put his own people's homes behind his line so that no one could run. It worked, and it cost more lives than any other day of the war.</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answered a question about the battle line with a statement about the Qurʾān, and the two were the same answer.</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sp>
        <p:nvSpPr>
          <p:cNvPr id="5" name="PLACEHOLDER::box"/>
          <p:cNvSpPr/>
          <p:nvPr/>
        </p:nvSpPr>
        <p:spPr>
          <a:xfrm>
            <a:off x="566928" y="1389888"/>
            <a:ext cx="11057839" cy="146304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143560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193852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The series timeline strip.</a:t>
            </a:r>
          </a:p>
        </p:txBody>
      </p:sp>
      <p:sp>
        <p:nvSpPr>
          <p:cNvPr id="8" name="PLACEHOLDER::path"/>
          <p:cNvSpPr txBox="1"/>
          <p:nvPr/>
        </p:nvSpPr>
        <p:spPr>
          <a:xfrm>
            <a:off x="566928" y="245059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series/visuals//home/user/2026SeptemberIslamicHistoryClass/S04_kinda_butah_yamama/visuals/line_s04_stop_d.png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MAP STUDIO, not Gemini: open tools/mapstudio/scenes/s04-close-stop-d.json, export step(s) all, place here.</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peninsula</a:t>
            </a:r>
          </a:p>
        </p:txBody>
      </p:sp>
      <p:sp>
        <p:nvSpPr>
          <p:cNvPr id="10" name="TextBox 9"/>
          <p:cNvSpPr txBox="1"/>
          <p:nvPr/>
        </p:nvSpPr>
        <p:spPr>
          <a:xfrm>
            <a:off x="7713695" y="1920240"/>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blue</a:t>
            </a:r>
          </a:p>
        </p:txBody>
      </p:sp>
      <p:sp>
        <p:nvSpPr>
          <p:cNvPr id="11" name="Rectangle 10"/>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13" name="TextBox 12"/>
          <p:cNvSpPr txBox="1"/>
          <p:nvPr/>
        </p:nvSpPr>
        <p:spPr>
          <a:xfrm>
            <a:off x="7713695" y="4283964"/>
            <a:ext cx="3911072"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scene still to tell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Traditional Arabic"/>
              </a:rPr>
              <a:t>The man who had brought his tribe to the Prophet ﷺ himself is the man who now raises it against Medina — and that is not a contradiction the books explain.</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 man who will say the worst thing about himself out loud has taken its power away from everybody else.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Every province on the map is blue again. One garden in al-Yamama is still to be told — and what came out of it changed how we hold the Qur'an. How?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